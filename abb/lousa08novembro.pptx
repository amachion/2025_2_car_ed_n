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8T15:40:19.26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11465 1147 0,'0'17'78,"-17"-17"-62,17 35 0,0-17 15,-36 35-15,36-18-1,0-17 1,0 17-1,0-17 1,18-18-16,-18 35 16,35 0-1,-17-17 17,17 17-17,18 1 32,-35-36-31,17 0-16,18 17 31,-18-17-15,0 0-1,-17 0 1,17 0-1,-17 0 1,17 0 0,1-35-1,-19 35 1,19-35 0,-1 17-1,0-17 1,-35-1 15,35 1-15,-35 18-1,0-19 17,0 19-17,0-19 1,0 1-1,0 17 1,-17-17 0,-19 0 15,36 17-15,-17 18-1,17-35 1,-35 35 15,-1-18-15,36-17-1,-17 35 1,-19-35 0,1 35-1,17 0 16,-17 0-15,17 0 0,-17 0 15,0 0-15,17 17 15,-17-17 16,35 18-32,-18-18-15,-17 35 32,0-35-1,35 36-16,0-19 1,-18-17 0,18 36 15,0-1-15,-35-18-1,35 19 16,0-1 16</inkml:trace>
  <inkml:trace contextRef="#ctx0" brushRef="#br0" timeOffset="1311.81">11571 1499 0,'0'18'62,"0"0"-15,-35-18-31,35 35-1,-35 0 1,35-17 0,-18 17-1,-17 0 1,-1 36-1,-52-1 1,35-34 0,0-1-1,18 18 1,35 0-16,-53-36 16,18 36-1,0 0 1,-89 53 15,89-88-15,0 35-1,35-18 1,-36-17 0,19 17 15,-19 0-16,36 0 1,-35 1 0,17-19-1,18 19 1,-35-1 15,35-17 0</inkml:trace>
  <inkml:trace contextRef="#ctx0" brushRef="#br0" timeOffset="2951.8">10636 2628 0,'-35'18'31,"-18"-18"-15,35 0-1,-17 35 17,0 0-17,17-17 1,-17 17 0,35 1-1,-35-19 1,35 36-1,0 0 1,-36-35 0,36 17-1,0 0 1,0-17 0,18 35-1,17-18 1,1-17-1,-19 17 17,18-35-17,-35 35-15,36-35 16,-1 0 0,18 0-1,35 0 1,-53 0-1,-17 0 1,17-17 0,1 17 15,-36-36-31,53 19 16,-53-19-1,35 1 1,-18 18-1,-17-36 17,0 0-17,0 0 1,0 17 0,0 1-1,0 0 1,0 0-1,0-1 1,-35 1 0,0 17 15,17 18-15,18-35-1,-35 35 1,0 0-16,17-35 15,-17 35 32,0 0-31,-1 18 15,1 17-15,-18 0-1,35-17 1,18 17-16,-35-35 16,35 18-1,0 17 1,-35-35 0,52 35-1</inkml:trace>
  <inkml:trace contextRef="#ctx0" brushRef="#br0" timeOffset="4295.42">11977 1464 0,'0'18'31,"17"-18"-16,1 35 1,17 18 0,18-18-1,53 89 1,-71-89 0,71 35-1,-53 1 1,53 17 15,17 36-15,-70-54 15,0 1-15,0-71-1,0 88 1,-18-35-1,18-35 1,-17 17 0,-19-35-16,-17 53 15,53-18 1,0 18 0,0-18-1,-35-17 1,17 52-1,0-52 1,-17-18 0,-18 35 15</inkml:trace>
  <inkml:trace contextRef="#ctx0" brushRef="#br0" timeOffset="5111.57">13247 2787 0,'-35'53'15,"35"0"17,-36 35-1,36-53-15,0 1-1,18-1 1,0-18-1,17 19 1,35-1 0,-17-35-1,18 0 1,-1 0 0,1 0-1,-18-18 1,35-87 15,-17 34-15,-36 36 15,-35-18-15,0 0-1,0 18 1,0-18-1,0 0 1,0 35 0,-35-35-1,-1 18-15,1 0 16,-18 35 0,0-18-1,-17 18 1,-1 0-1,1 0 1,17 18 0,0-1-1,17 71 17,36-70-32,-35 53 15,0-18 1,0 17-1,-1-17 1</inkml:trace>
  <inkml:trace contextRef="#ctx0" brushRef="#br0" timeOffset="6561.85">10266 3210 0,'-35'18'141,"-1"17"-125,1-17-1,0 35 1,-1-18-16,1 0 16,-71 53-1,0-17 1,36-18-1,17 18 1,-35 17 0,17-18-1,1-17 17,-71 88-17,17-17 32,106-89-47,-52 18 16,-1 18-1,36-19 1,0-16 0,0 17-1,-1 0 48,1-18-16</inkml:trace>
  <inkml:trace contextRef="#ctx0" brushRef="#br0" timeOffset="7294.64">8784 4639 0,'0'0'0,"-70"88"32,52-17-1,-17-36-15,35-17-1,0 35 1,0 0-1,17 17 1,36-17 0,0-18-1,0-35 1,0 0 0,-18 0-16,18 0 15,18-17 1,-18-36-1,-18 0 1,35-35 0,-70 17 15,36 53-15,-36-35-1,0 18 1,-53-18-1,0 53 1,0-35 0,0 35-1,-35-35 1,35 35 0,-18 0-1,36 0 1,0 17-1,35 19-15,-35 17 32,70 70-1,18-123-15,-36 0-16</inkml:trace>
  <inkml:trace contextRef="#ctx0" brushRef="#br0" timeOffset="8526.67">10813 3104 0,'35'0'31,"0"36"-15,-35 17-1,18-18 1,17 35 0,0-17-1,18-17-15,-17 34 16,16 18 0,1 1-1,-17-36 1,-36-18-16,53 18 15,-18 17 1,53-17 0,-17 35-1,-54-52 1,89 69 15,-71-69-15,1 17-1,-1 17 1,0-52 0,0 17-1,-35 0 1,36 36 0,-1-36-16,0 18 15,-35-35 1,18 17 15,-18-17-15,35-18-1</inkml:trace>
  <inkml:trace contextRef="#ctx0" brushRef="#br0" timeOffset="9242.54">11889 4798 0,'-71'88'31,"142"-176"-31,-142 194 32,71-53-32,0 35 31,0-35-16,0-36 1,35 19 0,1-36-16,17 35 15,-1-35 1,1 0 0,18-18-1,-53-17 1,34 0-16,1-36 15,-53 36 1,36-53 0,-36 35-1,0 17 1,0-17 0,0 18-1,-18 0 1,0-18-1,-87 18 1,69-1 0,-52 36-1,35 18 1,-17 17 0,70 1-16,-36 17 15,36 52 1,0-34-1,0-36 1,18 1 0</inkml:trace>
  <inkml:trace contextRef="#ctx0" brushRef="#br0" timeOffset="10625.61">13670 3104 0,'18'0'47,"52"18"-32,36 53 17,18 34 14,70 19-14,17 17-17,-175-106 1,87 54 0,-70-19 15,-18-35-31,36 18 15,-18 18 1,0-18 0,-18 17-1,18-52-15,0 52 16,0-17 0,17 0-1,-17-17 1,-18-1-16,18 18 15,18-18 1,-36 18 0,0-35-1,1 17 17,34 35-1,-52-70 0,-18 18-15</inkml:trace>
  <inkml:trace contextRef="#ctx0" brushRef="#br0" timeOffset="11427.64">15610 4657 0,'0'0'15,"0"17"-15,-35 36 31,0-18-15,35 36 0,0-18-1,-35-18 1,35 1 0,0 16-16,0 1 15,17-17 1,1-19-1,35 19 1,0-19 0,-18 18-1,18-35 1,70-70 31,-34 35-32,-89-18 1,17-35 0,-17 70-1,35-35 1,-35 0 0,0-18-1,0 1 1,-17 17-1,-18 0 1,-18 18 0,17 17-1,-17 18 1,-52 0 0,69 0 15,-17 0-16,18 53 1,0 18 0,35-54-16,0 36 15,-35 35 1,35-70 0,-18 35-1,18-18-15</inkml:trace>
  <inkml:trace contextRef="#ctx0" brushRef="#br0" timeOffset="13091.71">15575 5168 0,'-35'18'63,"0"17"-32,-1 0-15,1 18-1,-36 18 1,19-1-16,-1-17 16,0 18-1,-18-18 16,1 53-15,17-53 0,17-18-16,-34 35 15,17-17 1,-35 53 0,0 0-1,35-53-15,0 35 16,-18-17-1,36-54 1,0 36 0,35-18-1,-36-35 48</inkml:trace>
  <inkml:trace contextRef="#ctx0" brushRef="#br0" timeOffset="13740.72">14235 6438 0,'0'0'0,"-36"35"31,1 1-31,35-19 16,-35 36-1,35 71 16,0-71-15,17 35 0,36-88-1,18 70 1,-1-34 0,72-36-1,-90 0 1,1-18-16,0 18 15,35-106 1,-52 36 0,-36-19-1,0 37 1,-36-54 0,-34 53-1,17 53 1,0-35 15,18 35-15,0 0-16,-1 0 15,-17 0 1,-17 17 0,17 89-1,53-88-15,-35 52 16,35-17-1,0-18 1,17 1 0</inkml:trace>
  <inkml:trace contextRef="#ctx0" brushRef="#br0" timeOffset="14892.24">15822 5062 0,'0'0'16,"71"0"-1,-36 0-15,0 36 31,18 17 16,35 17-15,-35-17-17,0-18 1,53 71-1,-53-53 1,17 18 0,-52-36-16,17-17 15,1 17-15,34 35 16,-17-17 0,18 18-1,-18-54 1,-18 72 15,88-1-15,-70-18-1,35 1 1,1 0 15,-54-36-15,0 0-1,-35-17 1,18 35 0,70 35-1,-70-53 1,35 0 0,-18-35-16</inkml:trace>
  <inkml:trace contextRef="#ctx0" brushRef="#br0" timeOffset="15822.98">17480 6526 0,'-18'18'15,"-17"17"16,35 36 1,-35-18-17,35 0 1,0-36 0,0 19-1,18 52 1,17-53-1,0 0 1,0 1 0,-17-36-1,17 17 1,-17-17 0,35 0-1,0 0 1,-36 0 15,19 0-31,-1-35 16,-35 0-1,18 17 1,17-17 0,0-36-1,-35 18 1,0 0-1,0 36 1,0-19 0,0 1-1,0 18 1,-17-19 0,-19 1-16,-17 17 31,0-17-16,18 35 17,-18-35-17,0 35 1,-17 0 0,17 0-1,0 0 1,53 17-16,-35-17 15,-18 53 1,17-35 0,19 17-1,17 36 1,-35-36-16,35 0 16,0 1-16,0-1 15,0-17-15</inkml:trace>
  <inkml:trace contextRef="#ctx0" brushRef="#br0" timeOffset="17371.86">14235 6950 0,'0'17'141,"-36"19"-125,1-36-16,35 35 15,-88 18 1,35 0 0,18 17-1,-1 1 1,-105 35-1,88-36 1,-17-17 15,34-18-31,19-35 16,17 71-16,-53-36 16,-35 53-1,35 1 1,18-54-1,-18 18 1,17 17 0,1-17-1,0-17 1,17-1 0,18 0-1,0-17 1,0 17 15,-35-35-15</inkml:trace>
  <inkml:trace contextRef="#ctx0" brushRef="#br0" timeOffset="18092.5">13053 8184 0,'0'0'0,"-71"71"31,71 0 1,0-19-1,0-16-15,18 34-1,17-17 1,36-18-1,-1 1 1,-17-36 0,35 0-1,-35 0-15,18 0 16,-1-36 0,-52-16-1,35 16 1,-53-17-16,35 18 15,-35-18 1,0 36 15,0-19-15,-17-17-16,-54-35 31,18 53-15,0 0-1,0 35 1,18 0-16,-18-36 16,18 36-1,-36 18 1,18 53 0,53-1-1,-35-35 1,35 1-1</inkml:trace>
  <inkml:trace contextRef="#ctx0" brushRef="#br0" timeOffset="19520.08">14658 6914 0,'35'36'47,"18"-19"-16,0 54 0,35 52 0,0-52-15,-35-1 0,53 19-1,-71-54 1,-17 18-16,53 35 15,-1 18 1,18 17 0,-52-70-1,69 53 1,-52-53 0,0 0-1,0 0 1,-53-18-16,36-35 15,-1 71 1,18-18 0,-18-18 15,0 0 0,1 0-15,-36 1-1,0-72 32</inkml:trace>
  <inkml:trace contextRef="#ctx0" brushRef="#br0" timeOffset="20338">15769 8378 0,'0'0'16,"0"36"-1,0-1 1,0 0-1,0 1 1,35-1 0,1 0-1,-19-17 1,36-18-16,-17 0 16,16 35-1,-16-35 1,17 0-1,0 0 17,-1-35-32,-16-1 31,-1-16-15,-17 16-1,-18 1 1,0 0-16,0 17 15,0-35 1,0 18 0,0 17-1,-71-17 1,53 0 0,-17 17-1,0-17 1,17 35-1,-17 0 1,0 0 0,-18 0 15,0 0-15,18 17-1,17 1 1,-17 17-1,35 18 1,-36 0 0,36 18-1,0-18 1,0 0 0,0-36-1,18-17 1</inkml:trace>
  <inkml:trace contextRef="#ctx0" brushRef="#br0" timeOffset="27599.56">3440 11307 0,'-36'0'31,"1"0"16,17 0-31,-35 0-16,-35-18 31,35 18-15,18 0-1,17 0 16,18 88-15,0-35 0,0 18-1,0-1 1,36-70-16,17 53 16,0-53-1,-1 0 1,-16 0-1,-1-88 17,-35 35-32,0 0 15,0 35 32,53 89 16,-18-18-48,0-18 1,71 18 0,-53-53-1,18-18 1,-18-52-1,-53 17 1</inkml:trace>
  <inkml:trace contextRef="#ctx0" brushRef="#br0" timeOffset="28615.63">4692 11254 0,'18'0'15,"17"0"1,-53 0 93,-70 0-93,17 17 0,36 1-1,0 35 1,35 17-1,0-52-15,0 53 16,53-19 0,0-52-1,-18 0 1,18 0 0,-18-35-16,-35-18 15,0 18 1,18 53 46,17 17-46,36 0 0,-18-35-1,35 35 1,-53-35-1,-35-17 1,35-18-16</inkml:trace>
  <inkml:trace contextRef="#ctx0" brushRef="#br0" timeOffset="29015.75">5098 10495 0,'0'35'47,"0"1"-32,0 52 1,35 18 0,-35-36-16,35 18 15,36 195 1,-18-107 0,17-70-1,-17-53 1,-18-53 15,18 0-15,-17 0-1,-36-35-15</inkml:trace>
  <inkml:trace contextRef="#ctx0" brushRef="#br0" timeOffset="29564.95">5697 10460 0,'0'17'31,"18"36"-15,17 124 0,1 34-1,16 125 16,-16-266-15,-36-17-16,17-18 16,19 36-1,-36-36 17,0-70-17</inkml:trace>
  <inkml:trace contextRef="#ctx0" brushRef="#br0" timeOffset="30114.36">5768 11271 0,'18'-35'31,"17"35"-15,18 0-1,0-35 1,-18 35-16,35 0 31,-34 17-15,-1-17-1,-17 71 1,17-36 0,-35 0-1,35-17 1,-17 17 0,17-35-16,-35 18 15,18-18 1,17 0-1,0-35 17,-35-53-17,0 70 1,0-35 0,0 18-1,0 17 16</inkml:trace>
  <inkml:trace contextRef="#ctx0" brushRef="#br0" timeOffset="30697.37">6544 11218 0,'0'36'31,"0"-1"-15,35 18-1,-35-18 1,0-17 0,0 17-1,18-35 1,-18-35 46,-18-36-46,18 54-16,0-19 16,0 19-16,0-36 15,0 17 16,18 36-15,17 0-16,0-17 16,18 17-1,-17 0 1,-19 0 0,19 0-1</inkml:trace>
  <inkml:trace contextRef="#ctx0" brushRef="#br0" timeOffset="31314.04">7250 11218 0,'-18'0'32,"-35"-35"-1,-53 35 0,71 0-15,35 35-16,-35 1 15,35 17 1,0 17 0,17-35-1,36-35 1,-18 36-1,1-54 1,-1-53 0,0 19-1,-17 87 63,52-18-62,-52-17-16,106 36 31,-107-1-31,19-35 16,16 0 0,-34-35-1</inkml:trace>
  <inkml:trace contextRef="#ctx0" brushRef="#br0" timeOffset="32763.61">8661 11183 0,'-36'0'31,"1"0"-16,-35-35 1,-36 35 15,-18 70 1,107 1-1,17-36-16,70 0 17,-35-35-32,18 0 15,0 0 1,0-17 0,0-54-1,-53 36-15,0-18 16,35-106-1,-52 18 1,-19 71 0,1 34-1,53 142 48,105 159-32,1-142 0,-54-105-15,-52-18 0,53 0-1,-71-53 1,0 0-1,0 18 1,0-1 0,-36 36-1,1 36 1,35 34 0,18-17-1,17-17-15,18-1 16,53-18-1,-53-17 1,-18-17 15,-35-18-31</inkml:trace>
  <inkml:trace contextRef="#ctx0" brushRef="#br0" timeOffset="34661.83">10372 11359 0,'0'-17'110,"17"-54"-95,19-35 1,-36 18 0,0 71-1,-36 17 16,54 70 48,17 36-64,53-53 1,1 0-1,-36-53 1,-1 0 0,-16-71-1,-36-17 1,-18 53 0,18 17-1,-35 18 1,35 53 15,17 18-15,19-18 15,-1-1-15,18-52-16,35-35 31,-70-18-16,-18-17 1,70 34 0,-52 1-1,17 35 1,18 18 0,-18 35-1,-35-18-15,0-17 16,18 52-1,-18-52 1,0-53 31,35-18-31,-35 0-1,36 0 1,-19 53-1,54 0 1,-36 17 0,0 36-1,-35-17 1,36-1 0,-36-88 46,70-88-31,-35 88-15,18 53 0,0 0-1,35 88 1,-52-35-1,-36 0 1</inkml:trace>
  <inkml:trace contextRef="#ctx0" brushRef="#br0" timeOffset="35961.79">12982 10989 0,'0'35'15,"18"-35"32,-1 0-31,19 0-1,-19-17 1,19 52 31,-36 35-31,35-17-1,-17-17 1,-18-1-1,35-88 48,-35-18-47,35 54-1,-35-36 1,18 53-1,17 0 1,0 18 0,1 52 15,-19-35-15,19 18-1,16-53-15,19 18 16,-18-18-1,-35-53 1,-18-18 0,0 36-1,0 53 32,35 70-16,53-35-15,-35-35 0,0-18-1,-18 0 1,-17-18 0,35-53-1,-18 18 1,-35 1-1,-18-19 1,-105 36 0,52 35-1,1 0 1,34 70 0,1 36-1,35-53 1</inkml:trace>
  <inkml:trace contextRef="#ctx0" brushRef="#br0" timeOffset="36244.85">13864 10037 0,'0'0'0,"-17"70"46,-1 1-30,-17 17 0</inkml:trace>
  <inkml:trace contextRef="#ctx0" brushRef="#br0" timeOffset="40563.56">3334 13582 0,'0'-18'109,"-36"18"-62,19 0 15,-18 0-30,-18 0-1,17 0 0,1 18-15,35 17-1,-18-17 1,18 17 0,0 0-1,0-17 1,0 17 109,0-17-78,0 17-32,36 18 17,-1-18-17,-17-35 1,17 36 0,0-36-1,53-18 1,-52-35-1,-36-17 1,35 17 0,-35-36-1,0 54 1,-18 18 0,18-19 15,0 72 63,0 16-79,36 37 1,34-1-1,1-35 1,17-18 0,-35-35-1,-36-88 48</inkml:trace>
  <inkml:trace contextRef="#ctx0" brushRef="#br0" timeOffset="41591.11">4692 13600 0,'0'-36'31,"-53"-17"0,-53 71 1,36 88-1,70-53-16,35 0 1,18-53 0,0 0-1,0 0 1,-18-89 0,0 107 62,18 35-63,35-18 17,-35-35-1,-53-17-31,36-36 15</inkml:trace>
  <inkml:trace contextRef="#ctx0" brushRef="#br0" timeOffset="42208.66">5151 12806 0,'0'35'47,"35"106"-16,0 265 0,-35-283-15,35 1 0,1-54-1,-1-34-15,-35-1 16,18-17 0,17-18-1,0-53 1,-35 17-16</inkml:trace>
  <inkml:trace contextRef="#ctx0" brushRef="#br0" timeOffset="42591.64">5662 12806 0,'0'-35'31,"0"70"-31,35-35 47,-35 88-31,36-53-16,-36 124 15,35 88 1,18-53 0,-18-53-1,0-88-15,-35-18 16,18-35 0,-53-106 30</inkml:trace>
  <inkml:trace contextRef="#ctx0" brushRef="#br0" timeOffset="43090.82">5644 13494 0,'106'0'31,"35"-36"0,-105 36-31,69 0 32,-52 18-1,-17 35 0,-19-18-15,-17 18-1,36-35 1,-1 35-16,0-18 16,-17-35-1,17 0 1,0 0-1,-17-71 1,17-17 0,-35 18-1,0 52 1,0-17 0,-17 52 30</inkml:trace>
  <inkml:trace contextRef="#ctx0" brushRef="#br0" timeOffset="43656.95">6562 13511 0,'35'53'16,"0"-17"0,-17 16-1,-18-16 1,0-107 62,0 54-62,0-36-1,0-18 1,35 71 0,0-35-1,-17 35 16,17 0-15,-17-18 0,17 18-1,18 0 1,-18 0-16</inkml:trace>
  <inkml:trace contextRef="#ctx0" brushRef="#br0" timeOffset="44157.21">7426 13494 0,'-18'-36'31,"-17"1"-31,-36 35 32,19 0-17,16 0 1,36 18 0,-35 88-1,35-53 1,0-18-16,18-18 15,35-17 1,17 0 0,-35-17-1,-35-36-15,18 53 16,17 0 15,-17 0-15,35 35-1,53-35 17,-89 0-17,19-17 1</inkml:trace>
  <inkml:trace contextRef="#ctx0" brushRef="#br0" timeOffset="45739.23">8872 13458 0,'-35'0'78,"0"0"-63,0 0-15,-18 0 16,17 0 0,-17 18-1,36 17 1,17 1 0,17 69-1,19-87 1,34 35-1,-17-53 17,18-106-17,-18 18 1,-53-53 0,0 0-1,-18 17 1,-17 71-16,35 36 15,-36-19 1,36 72 15,18 70-15,70 17 0,18 36 15,-53-89-16,35-34 17,-88-54-17,18-17 17,-18 52 14,35 54-30,0-18 0,89-18-1,-54-17 1,-17-18 0,-35 0-1,-18-106 1,0 53-1,-18 0 17,-87 0-17,-1 53 1,88 0-16,-17 0 16,-18 71-1,35-18 1,18-36-1,0 71 1</inkml:trace>
  <inkml:trace contextRef="#ctx0" brushRef="#br0" timeOffset="47204.85">10760 12965 0,'-18'35'31,"36"-70"-31,-36 87 32,-17 19-1,70 17 0,36-35 0,17 88 1,-159-70-1,36-71-15,-18 0-1,88 0 63,36-18-62,88-52 15,-36-54 0,-123 89-31,0-18 32,-35 18-17,0 35 1,-1 17 0,19 19-1,17 17 1,0-1-1,0-16-15,0 17 16,53 17 0,17-17-1,1-53 1,-1-35 0,-17-36-1,-35 18 1,-18 0-1,0 18 1,0 53 47,17 88-48,1-53 1,53-1-1,-1-52 1,-17 0 0,0-35-1,-35-53 1,-18 35 0,0 18-1,0 52 16,0 36-15,35 36 15,18-1-15,0-53-16,17-35 16,1 0-16,-1 0 15,-34-71 1,-36 36-16</inkml:trace>
  <inkml:trace contextRef="#ctx0" brushRef="#br0" timeOffset="48171.79">13952 12347 0,'0'0'0,"-35"35"16,17-35-1,-70 36 1,53-36-16,17 35 15,-88 18 1,36 35 15,17-17-15,53-1 0,0 89-1,35 35 1,53 0-1,1 71 1,-1 70 0,-53-141-1,-35-71 1,-17-52 0,-36-36-1,35-17-15,-53-18 16,-17-18-1,35-17 1,18-36 15,0 54-31,35-19 16,0-105 0,0 106-16</inkml:trace>
  <inkml:trace contextRef="#ctx0" brushRef="#br0" timeOffset="48522.68">13882 13441 0,'0'0'0,"35"0"16,-35-53-16,71 0 15,-1-18 1,-52 36-1,17 35 1,0 71 47,1-18-48,-19 0 16,-17-71 32</inkml:trace>
  <inkml:trace contextRef="#ctx0" brushRef="#br0" timeOffset="49037.84">14517 12488 0,'0'0'0,"35"71"15,53 335 17,-17-107-1,-36-175 0,-35-230 16,0 71-47</inkml:trace>
  <inkml:trace contextRef="#ctx0" brushRef="#br0" timeOffset="49554.08">14693 12418 0,'0'0'16,"106"88"15,17 141 0,-123-158-15,36 88-1,-1 52 1,-35-158 0,35-18 15,-35-52-16,0-1-15,36-52 16,-36 17 0,17 17 15,19 19-15,-1 17-1,0 0 1,0 141-1,18-123 1,-53 17-16,36 0 16,-19 0-1,18-52 17</inkml:trace>
  <inkml:trace contextRef="#ctx0" brushRef="#br0" timeOffset="49853.28">15487 13212 0,'18'0'31,"-36"0"-31,141 0 16,-87 0-16,17 0 15,0-53 1,-36-18 0,-17 18-1,-53 0 1,-53 53 0,71 0-16,-71 0 15,18 106 1,18 0-1,34-71 1</inkml:trace>
  <inkml:trace contextRef="#ctx0" brushRef="#br0" timeOffset="51602.13">3016 14975 0,'18'36'31,"35"-36"1,35 0-17,-35 0 1,-18 0-1,0 35 1,1 18 0,-36-18-1,35 18-15,-17 18 32,17-54-17,-35 19 1,35-36-1,-35-71 1,0-35 0,0 36-1,35 34-15,18 1 32,0 53-17,0 52 1,-17-17-1,-1 35 1,0-17 0,-35-89 46,0-35-46,35-17-1,18 35 1,-35-1 0,35 36-1,35 36 1,-17 16 0,-19 1-1,-34 0 1,17 0-1</inkml:trace>
  <inkml:trace contextRef="#ctx0" brushRef="#br0" timeOffset="52652.05">4498 15152 0,'0'-18'16,"0"36"-16,0-71 15,-35 18 1,-36 35 0,-17 0-1,70 70 1,-17-52-1,35 35 1,0 0-16,88-18 31,-35-17 1,0-18-17,0-53 1,-53 17-16,35 19 15,-35-36 1,35 106 47,1-18-48,17-35 1,0 0-1,-18 0 1,0-53 0,0 0-1,-35 0 17,0 89 46,71 34-63,-53-52 1,35-18 0,-1 0-1,-34 0 1,-18-18-16,35-35 15,1 0 1,-36 18 0,0 0-1,17 35 1,-17-36 15,36 36-15,16 0-1,19 18 1,-36-18-16,1 35 16,16-17-1,-16 70 1,-36-70 0,0 17-1,0 0 1,-18-35-1,0 0 1,-34 0 0,-37-17-1</inkml:trace>
  <inkml:trace contextRef="#ctx0" brushRef="#br0" timeOffset="52861.93">4868 14728 0</inkml:trace>
  <inkml:trace contextRef="#ctx0" brushRef="#br0" timeOffset="54284.09">6421 15028 0,'0'-17'47,"0"-19"-31,-18 1-1,-88 35 1,36 18 0,34 17-1,36 36 1,0-18 15,36-18-31,34 0 16,-17-17-1,0-18 1,-35-53 15,-18 18-15,0 17 0,35 18 46,35 53-31,71 0 1,-88-53-17,18-18 1,-36-52-1,18-36 1,-18-53 0,-35-17-1,-17 17 1,-36 53 0,18 53-1,-1 53 1,19 0-1,17 18 1,0 17 0,0 0-1,0 53-15,0 71 16,17 0 0,107 17 15,-71-123-16,88 18 1,-88-54 0,0-17-1,0-88 1,-18 18 0</inkml:trace>
  <inkml:trace contextRef="#ctx0" brushRef="#br0" timeOffset="54634.67">7285 14164 0,'0'106'32,"0"-212"-32,17 318 15,19-142-15,-36 1 16,106 264 0,-71-159-1,0-87 1,0-19-1,-35-35 1,0-105 15</inkml:trace>
  <inkml:trace contextRef="#ctx0" brushRef="#br0" timeOffset="55133.88">7338 14993 0,'0'0'0,"53"0"15,0 0 1,35 0 0,-35 0-1,-18 0 1,0 0-1,-35 35 1,36 1 0,34-19-1,-17 19 1,-18-36 0,18 0 15,-18 0-16,1 0-15,-1-71 32,-35 0-17,-35 1 1,-53-54 0,52 124-1,-17 0 1,18 71-1,-18 17 1,18-53-16,35 1 16,-35-19-1</inkml:trace>
  <inkml:trace contextRef="#ctx0" brushRef="#br0" timeOffset="56400.03">8855 14975 0,'35'-35'15,"-17"35"17,35-35-17,-1 35 1,54-35 0,-18 35-1,-35 0 1,0 0-1,-17 0 1,-72 0 31</inkml:trace>
  <inkml:trace contextRef="#ctx0" brushRef="#br0" timeOffset="56716.77">9049 14746 0,'0'18'31,"17"70"1,54 88-1,-18-70 0,-18-35 0,0-71-31</inkml:trace>
  <inkml:trace contextRef="#ctx0" brushRef="#br0" timeOffset="57715.73">9913 14905 0,'0'0'0,"0"-53"15,35-18 1,-35-34 0,0-1-1,-70-88 1,70 141 0,-36 17-1,54 72 79,17 52-78,18 35 15,18 54-16,-71-142 1,35 71 0,-35-53-16,35-18 15,1 89 1,-36-89 0,0 0-1,-18-35 79,-17 0-78,-53 0 15,52 18-16,19-18-15,17 35 79,53-35-64,105 0 16,-52 0 1,-71 0-1,-52 0 31</inkml:trace>
  <inkml:trace contextRef="#ctx0" brushRef="#br0" timeOffset="75628.5">8678 5115 0,'-35'36'109,"35"-1"-93,-35 35 0,-36 54 15,1 52 0,34-123-15,36-18 31,-35-35-47</inkml:trace>
  <inkml:trace contextRef="#ctx0" brushRef="#br0" timeOffset="75939.56">8255 5644 0,'35'0'31,"36"0"-16,-18 0 17,35 0-17,-53 0 1,-52 0 15</inkml:trace>
  <inkml:trace contextRef="#ctx0" brushRef="#br0" timeOffset="76138.78">8290 5821 0,'36'0'31,"-1"0"-15,53 0 15,-53-18-31</inkml:trace>
  <inkml:trace contextRef="#ctx0" brushRef="#br0" timeOffset="76855.59">9066 5186 0,'18'0'46,"0"0"-14,70 88-1,53 71 0,-123 0 0,17-107-15</inkml:trace>
  <inkml:trace contextRef="#ctx0" brushRef="#br0" timeOffset="77122.92">9243 5680 0,'88'-18'32,"0"18"-1,-53 0 0,-35 18-15</inkml:trace>
  <inkml:trace contextRef="#ctx0" brushRef="#br0" timeOffset="77321.89">9155 5821 0,'35'0'31,"141"-18"-15,-123 18-16,18-17 15,-18 17 1</inkml:trace>
  <inkml:trace contextRef="#ctx0" brushRef="#br0" timeOffset="78371.75">11836 5186 0,'-18'0'46,"-17"70"-14,-1 54-17,-16 70 17,-1-35-1,17-142 0</inkml:trace>
  <inkml:trace contextRef="#ctx0" brushRef="#br0" timeOffset="78637.83">11395 5821 0,'0'0'0,"194"0"31,-36 0 0,-122 0 1</inkml:trace>
  <inkml:trace contextRef="#ctx0" brushRef="#br0" timeOffset="78853.61">11412 5944 0,'36'0'31,"-1"0"-31,106 0 31,-18 0 0,-87 0-31</inkml:trace>
  <inkml:trace contextRef="#ctx0" brushRef="#br0" timeOffset="79570.1">12188 5098 0,'18'35'47,"70"71"-16,-70-71-15,52 18-1,-34 17 1,17-34-16,-36-19 16,-17 36-1,36-17 1,-36-19 0,0 19-16,0 16 15</inkml:trace>
  <inkml:trace contextRef="#ctx0" brushRef="#br0" timeOffset="79853.35">12418 5750 0,'88'0'15,"-35"0"1,-35 0-16,52 0 16,-52 0-1</inkml:trace>
  <inkml:trace contextRef="#ctx0" brushRef="#br0" timeOffset="80070.33">12382 5874 0,'89'0'16,"-54"0"-1,18 0-15,35-18 16,-70 18 0,17 0-1</inkml:trace>
  <inkml:trace contextRef="#ctx0" brushRef="#br0" timeOffset="81994.27">7691 4480 0,'0'106'109,"0"0"-77</inkml:trace>
  <inkml:trace contextRef="#ctx0" brushRef="#br0" timeOffset="82252.53">7796 5256 0,'0'0'0,"0"36"31,18 34-16,-18-35 17,0 1-32</inkml:trace>
  <inkml:trace contextRef="#ctx0" brushRef="#br0" timeOffset="82488.03">7814 5627 0,'0'0'16,"0"70"-1,35-17 1,-35-35 0,0 35-1,0-18 17,0 18-32,0 0 15,0-35 1,0 17-1,18 0 1,-18-17 0</inkml:trace>
  <inkml:trace contextRef="#ctx0" brushRef="#br0" timeOffset="83201.64">7920 4110 0,'35'0'31,"106"-18"0,-53-17 1</inkml:trace>
  <inkml:trace contextRef="#ctx0" brushRef="#br0" timeOffset="83367.88">8678 4022 0,'0'0'0,"53"0"15,-53-18-15,36 18 16,-1 0-1,18 0 1,-18 0 0</inkml:trace>
  <inkml:trace contextRef="#ctx0" brushRef="#br0" timeOffset="83536.42">9296 3969 0,'0'0'0,"35"0"32,18 0-17,-18-36 1,-17 36 0</inkml:trace>
  <inkml:trace contextRef="#ctx0" brushRef="#br0" timeOffset="83703.98">9684 3933 0,'0'0'16,"35"0"-1,0 0 1,1 0 15,-1 0-15,-18 0-1,19 0-15</inkml:trace>
  <inkml:trace contextRef="#ctx0" brushRef="#br0" timeOffset="83936.36">9966 4004 0,'0'35'31,"18"18"1,-18 53-1</inkml:trace>
  <inkml:trace contextRef="#ctx0" brushRef="#br0" timeOffset="84117.88">10089 4463 0,'36'35'0,"-72"-70"0,72 88 16,-19 17 0,19-17-1,-1 0 1,-35-18-1,0 53 1,0-35 0</inkml:trace>
  <inkml:trace contextRef="#ctx0" brushRef="#br0" timeOffset="84289.03">10301 5133 0,'0'0'16,"0"53"-1,0-18 1,0 0 0,35 18-1,-35-17 1,0-1-16</inkml:trace>
  <inkml:trace contextRef="#ctx0" brushRef="#br0" timeOffset="84467.54">10372 5715 0,'0'35'32,"0"-70"-32,35 123 31</inkml:trace>
  <inkml:trace contextRef="#ctx0" brushRef="#br0" timeOffset="84601.22">10425 6015 0,'0'0'16,"0"70"-1,35-70 16</inkml:trace>
  <inkml:trace contextRef="#ctx0" brushRef="#br0" timeOffset="117390.61">8326 4727 0,'-36'0'31,"19"18"48,17 17-64,0 18 16,0-35-15,0 17 0,0 0-1,35-35 48,0 0-32,-17 0-15,17-17 15,-35-19 0,0 19-15,0-19-1,35 36 1,-35-17-16,0-19 31,-17 1 32,-19 35-32,19-17 16,-18 17-16,-1 0 0,36 35 16,0 0-31</inkml:trace>
  <inkml:trace contextRef="#ctx0" brushRef="#br0" timeOffset="125883.24">11518 4762 0,'0'18'187,"0"17"-155,0-17-1,0 17 0,0-17 16,0 17-16,0 1 16,35-36 78,-17 0-62,17-18-32,-35-17 0,36-1 16,-36 19-16,0-19 16,0 19 0,0-19 0,-18 36 0,18-35-32,-18 35 48,-17 0-16,17 0 15,-17 0-15,35 18-31,0 17 15,0-17 31,0 17-15,-35-35 78</inkml:trace>
  <inkml:trace contextRef="#ctx0" brushRef="#br0" timeOffset="132891.91">10936 5803 0,'0'-35'62,"0"17"-30,0-35-17,-35-17 1</inkml:trace>
  <inkml:trace contextRef="#ctx0" brushRef="#br0" timeOffset="133073.46">10883 5433 0,'0'0'0,"-35"-71"31,35 1 0,0-36-15</inkml:trace>
  <inkml:trace contextRef="#ctx0" brushRef="#br0" timeOffset="133207.1">10813 5062 0,'0'0'16,"0"-35"-1,0 17-15,0-34 16</inkml:trace>
  <inkml:trace contextRef="#ctx0" brushRef="#br0" timeOffset="133340.59">10760 4780 0,'0'-35'31,"0"-36"-16</inkml:trace>
  <inkml:trace contextRef="#ctx0" brushRef="#br0" timeOffset="133473.68">10760 4533 0,'0'-17'31,"-36"-19"-16,36-17-15</inkml:trace>
  <inkml:trace contextRef="#ctx0" brushRef="#br0" timeOffset="133619.82">10689 4286 0,'0'0'0,"0"-17"31,0-19-15</inkml:trace>
  <inkml:trace contextRef="#ctx0" brushRef="#br0" timeOffset="133873.79">10760 4145 0,'0'0'16,"35"0"15,-35-18-31,71 18 31,-19 0-15,-16 0-16</inkml:trace>
  <inkml:trace contextRef="#ctx0" brushRef="#br0" timeOffset="134073.51">11236 4127 0,'0'-35'16,"0"70"-16,71-70 15,-19 35 1,-34 0 0,17 0-1,1-17 1</inkml:trace>
  <inkml:trace contextRef="#ctx0" brushRef="#br0" timeOffset="134272.85">11747 4039 0,'18'0'16,"35"-35"-1,-18 35 1,1 0 0,34 0-1</inkml:trace>
  <inkml:trace contextRef="#ctx0" brushRef="#br0" timeOffset="134489.74">12259 3951 0,'0'0'0,"106"-35"31,-18 35 0,-70 0-15,17 0-1,-35-18 1,18 18 0</inkml:trace>
  <inkml:trace contextRef="#ctx0" brushRef="#br0" timeOffset="134756.01">12735 3863 0,'36'0'32,"-1"0"-17,0-35 1,-17 35 0,-18 17 30,0 1-14</inkml:trace>
  <inkml:trace contextRef="#ctx0" brushRef="#br0" timeOffset="134972.43">12982 4022 0,'0'17'32,"0"-34"-32,35 70 15,-35-36-15,0 18 32,0 1-17,0-1-15,0 18 16,0 0-1,18-53-15</inkml:trace>
  <inkml:trace contextRef="#ctx0" brushRef="#br0" timeOffset="135155.94">13070 4480 0,'0'0'0,"36"106"31,-1-18 0,-35-17 1,0-36-32,18 0 31,-18-17-31</inkml:trace>
  <inkml:trace contextRef="#ctx0" brushRef="#br0" timeOffset="135372.75">13247 5186 0,'35'53'31,"-70"-106"-31,70 194 16,0-106-1,-35 0 17,0-17-32</inkml:trace>
  <inkml:trace contextRef="#ctx0" brushRef="#br0" timeOffset="135621.95">13317 5697 0,'0'36'31,"36"17"-31,-72-142 0,72 213 32,-36-89-32,17 18 31,-17 18 0</inkml:trace>
  <inkml:trace contextRef="#ctx0" brushRef="#br0" timeOffset="141785.94">6597 2346 0,'18'0'78,"-18"35"-47,0-17 0,0 35-31</inkml:trace>
  <inkml:trace contextRef="#ctx0" brushRef="#br0" timeOffset="141918.96">6632 2611 0,'0'0'15,"0"17"-15,0 36 16,35 0 0,-35-18-1,0 18 1,0 18 0</inkml:trace>
  <inkml:trace contextRef="#ctx0" brushRef="#br0" timeOffset="142035.59">6720 3157 0,'0'0'0,"0"53"15,36-35 1,-36 35 0</inkml:trace>
  <inkml:trace contextRef="#ctx0" brushRef="#br0" timeOffset="142252.65">6862 3651 0,'0'0'0,"0"18"15,0 52 1,0-17-1,0-17 1,0 17 0,17-18-1</inkml:trace>
  <inkml:trace contextRef="#ctx0" brushRef="#br0" timeOffset="142422.87">6985 4251 0,'0'0'0,"18"106"31,52 0 1,-70-71-32</inkml:trace>
  <inkml:trace contextRef="#ctx0" brushRef="#br0" timeOffset="142685.19">7214 4974 0,'18'71'31,"-36"-142"-31,71 248 32,-53-160-17,0 18 1,0 18 15,0-17-15</inkml:trace>
  <inkml:trace contextRef="#ctx0" brushRef="#br0" timeOffset="142952.6">7355 5662 0,'0'53'16,"0"0"0,36-18-1,-36 0 1,0-123 31</inkml:trace>
  <inkml:trace contextRef="#ctx0" brushRef="#br0" timeOffset="143751.65">7250 2222 0,'17'0'63,"36"0"-32,18 0-15,-71-17-1</inkml:trace>
  <inkml:trace contextRef="#ctx0" brushRef="#br0" timeOffset="143952.01">7955 2117 0,'0'0'0,"53"0"31,18-36 0,-36 1-15,0 35-16,18 0 15</inkml:trace>
  <inkml:trace contextRef="#ctx0" brushRef="#br0" timeOffset="144184.38">8590 2011 0,'124'-35'31,"-89"35"-15,71 0 0,-71 0-1,18-18 1,17 18 0,-17 0-1</inkml:trace>
  <inkml:trace contextRef="#ctx0" brushRef="#br0" timeOffset="144350.95">9366 1958 0,'36'0'16,"-72"0"-16,160 0 15,-71 0 1,0 0 0,-1 0-1,1 0 1,-17 0-16,17 0 15,-18 0 1</inkml:trace>
  <inkml:trace contextRef="#ctx0" brushRef="#br0" timeOffset="144667.1">10389 1958 0,'106'35'32,"-71"-35"-17,54 0 1,-36 0-1,-18 0 1,0 0 0,36-17-1,-18 17 1</inkml:trace>
  <inkml:trace contextRef="#ctx0" brushRef="#br0" timeOffset="144851.04">11130 1976 0,'71'17'31,"-18"-17"-16,0 0 1</inkml:trace>
  <inkml:trace contextRef="#ctx0" brushRef="#br0" timeOffset="145700.64">11942 2452 0,'35'35'31,"53"0"-15,-53-17 15</inkml:trace>
  <inkml:trace contextRef="#ctx0" brushRef="#br0" timeOffset="145866.47">12224 2681 0,'0'18'15,"53"17"1,-18-17 0,-17 17-1,17 0 1,-18-35-16,-17 35 15,36 18 1,-36-17 0</inkml:trace>
  <inkml:trace contextRef="#ctx0" brushRef="#br0" timeOffset="146119.66">12682 3140 0,'0'17'16,"18"-17"-16,17 36 16,1-1-1,-19-17 1,18 17-1,-17 18 1,17-18 0,1-35-16</inkml:trace>
  <inkml:trace contextRef="#ctx0" brushRef="#br0" timeOffset="146449.76">13423 3739 0,'35'36'31,"1"-36"-31,-107-36 0,159 125 31,-52-36 1,17-18-1,-53-18-31</inkml:trace>
  <inkml:trace contextRef="#ctx0" brushRef="#br0" timeOffset="146882.9">13847 4322 0,'17'35'31,"-17"0"-31,-17-105 0,69 211 32,-16-106-32,-19-17 31,19 70 0,-1-88-15,-35 70-1,18-52 1,-18 35 0,35 0-1,0 35 1,-35-70-1,35 35 1,-17-18 0,-18-18-1</inkml:trace>
  <inkml:trace contextRef="#ctx0" brushRef="#br0" timeOffset="147132.85">14358 5345 0,'0'35'32,"0"-70"-32</inkml:trace>
  <inkml:trace contextRef="#ctx0" brushRef="#br0" timeOffset="154923.7">9895 2681 0,'-17'0'16,"17"-18"46,0-70-30,0 35-1,0 36-15,0 52 155,0 18-155,35 53 15,0-18 1,-35-53-32,0 0 15,36 18 1,-36-35-1,0 17 1,-18-35 93,-17 0-93,17 0-16,-17 0 31,17 0 1,53 0 93,-17 0-110,17 0 1,1 0-1,-1 0 1,0 0 0,-17-17 15</inkml:trace>
  <inkml:trace contextRef="#ctx0" brushRef="#br0" timeOffset="163973.62">12347 1482 0,'0'35'31</inkml:trace>
  <inkml:trace contextRef="#ctx0" brushRef="#br0" timeOffset="164076.7">12365 1517 0,'35'18'46</inkml:trace>
  <inkml:trace contextRef="#ctx0" brushRef="#br0" timeOffset="164556.03">12947 1976 0,'35'35'16</inkml:trace>
  <inkml:trace contextRef="#ctx0" brushRef="#br0" timeOffset="164873.19">13159 2099 0,'53'35'32,"-18"-17"-1,-35 17 16</inkml:trace>
  <inkml:trace contextRef="#ctx0" brushRef="#br0" timeOffset="172102.54">15258 4710 0,'0'17'15,"-18"-17"-15</inkml:trace>
  <inkml:trace contextRef="#ctx0" brushRef="#br0" timeOffset="172334.76">15240 4921 0,'0'-35'63,"0"0"-48,0-36 1,0 18-1</inkml:trace>
  <inkml:trace contextRef="#ctx0" brushRef="#br0" timeOffset="172501.31">15240 4533 0,'-18'-17'31,"18"-19"0,36 1-15</inkml:trace>
  <inkml:trace contextRef="#ctx0" brushRef="#br0" timeOffset="172634.95">15328 4374 0,'35'0'15,"-70"0"-15,88-35 31,0 0-15,-18 35-16,-17 0 16,52-35-1</inkml:trace>
  <inkml:trace contextRef="#ctx0" brushRef="#br0" timeOffset="172785.05">15699 4269 0,'35'0'0,"-70"0"16,123 0-16,18 0 31,-71 0-15,-17-18-1,70 18 1</inkml:trace>
  <inkml:trace contextRef="#ctx0" brushRef="#br0" timeOffset="173002.02">16175 4286 0,'0'0'0,"17"0"16,-17 53 15,36-35-15,-36 17-1,0-17 17,0 35-32</inkml:trace>
  <inkml:trace contextRef="#ctx0" brushRef="#br0" timeOffset="173168.3">16281 4710 0,'0'0'0,"0"52"16,35 1 0,-35-35-1,0 17-15,0-17 16</inkml:trace>
  <inkml:trace contextRef="#ctx0" brushRef="#br0" timeOffset="173325.57">16351 4974 0,'18'0'32</inkml:trace>
  <inkml:trace contextRef="#ctx0" brushRef="#br0" timeOffset="175614.7">15099 5256 0</inkml:trace>
  <inkml:trace contextRef="#ctx0" brushRef="#br0" timeOffset="175769.78">15028 5380 0,'0'0'0,"-35"0"15,35 35 17,-18-35-17,18 18-15,-35-18 16,35 35-16</inkml:trace>
  <inkml:trace contextRef="#ctx0" brushRef="#br0" timeOffset="175966.41">14852 5574 0,'-35'35'16,"17"-17"46,18 17-46,-35-35-1</inkml:trace>
  <inkml:trace contextRef="#ctx0" brushRef="#br0" timeOffset="176132.98">14728 5697 0,'0'18'15,"0"-36"-15,-52 71 32,34-35-1,18 17-16,-35-35 1,35 35 15</inkml:trace>
  <inkml:trace contextRef="#ctx0" brushRef="#br0" timeOffset="176199.85">14587 5838 0,'-17'18'31,"34"-36"-31,-34 71 16,-19-53-16</inkml:trace>
  <inkml:trace contextRef="#ctx0" brushRef="#br0" timeOffset="176333.33">14482 5944 0,'0'0'0,"-36"36"47</inkml:trace>
  <inkml:trace contextRef="#ctx0" brushRef="#br0" timeOffset="176500.12">14323 6209 0,'0'35'47</inkml:trace>
  <inkml:trace contextRef="#ctx0" brushRef="#br0" timeOffset="176983.7">14093 6738 0,'-35'0'94</inkml:trace>
  <inkml:trace contextRef="#ctx0" brushRef="#br0" timeOffset="177165.23">13970 6579 0,'0'0'0,"0"-35"16,0 17-1,18-17 1</inkml:trace>
  <inkml:trace contextRef="#ctx0" brushRef="#br0" timeOffset="177432.11">14111 6350 0,'35'-35'31,"1"35"1,-19 0-17</inkml:trace>
  <inkml:trace contextRef="#ctx0" brushRef="#br0" timeOffset="177648.53">14393 6297 0,'71'0'15,"-53"0"1,17 0 0,-18-35-1</inkml:trace>
  <inkml:trace contextRef="#ctx0" brushRef="#br0" timeOffset="177848.74">14658 6279 0,'0'0'0,"18"0"15,17 0 17,0 18-1,-17 17 0</inkml:trace>
  <inkml:trace contextRef="#ctx0" brushRef="#br0" timeOffset="177965.29">14870 6421 0,'0'0'0,"0"35"16</inkml:trace>
  <inkml:trace contextRef="#ctx0" brushRef="#br0" timeOffset="179091.95">15011 6632 0,'17'18'16,"19"17"31,-36 0 859</inkml:trace>
  <inkml:trace contextRef="#ctx0" brushRef="#br0" timeOffset="180215.96">13829 7073 0</inkml:trace>
  <inkml:trace contextRef="#ctx0" brushRef="#br0" timeOffset="181780.07">13829 7056 0,'-18'0'62,"-17"35"-46</inkml:trace>
  <inkml:trace contextRef="#ctx0" brushRef="#br0" timeOffset="181930.14">13547 7355 0,'0'36'31,"-18"-36"-15</inkml:trace>
  <inkml:trace contextRef="#ctx0" brushRef="#br0" timeOffset="182079.85">13406 7532 0,'0'35'16,"-36"-35"-1</inkml:trace>
  <inkml:trace contextRef="#ctx0" brushRef="#br0" timeOffset="182196.6">13212 7708 0,'-18'0'15</inkml:trace>
  <inkml:trace contextRef="#ctx0" brushRef="#br0" timeOffset="182497.46">12947 7955 0,'0'0'0</inkml:trace>
  <inkml:trace contextRef="#ctx0" brushRef="#br0" timeOffset="182852.38">12894 8008 0,'0'0'15,"0"35"17,-35-35 15,35 18-32</inkml:trace>
  <inkml:trace contextRef="#ctx0" brushRef="#br0" timeOffset="184470.54">12982 8396 0</inkml:trace>
  <inkml:trace contextRef="#ctx0" brushRef="#br0" timeOffset="185327.6">12982 8555 0,'-17'17'110,"17"1"-95,-18-18 1,-17 88-1,-1 1 1,1-19 0,-18-17-1,18 18 17,17-1-17,-17-17 1</inkml:trace>
  <inkml:trace contextRef="#ctx0" brushRef="#br0" timeOffset="187669.93">12418 9243 0,'17'0'63,"19"-18"-48,-1 18-15,53-35 32,53 35-1,-70-18 0</inkml:trace>
  <inkml:trace contextRef="#ctx0" brushRef="#br0" timeOffset="188168.98">12418 9507 0,'0'0'15,"141"-17"48,-106 17-47,124 0-1,-71-36 32,-88 54 141,-18-18-188</inkml:trace>
  <inkml:trace contextRef="#ctx0" brushRef="#br0" timeOffset="189907.2">13564 8661 0,'0'17'109,"0"1"-78,36 53 1,34-19-1,-35-52-16,18 53 1,0-17 0,-17-36-1,-1 35 1,0 35 0,-17-70-1,-18 18 1,35 17-1,0 1 1,-35-19 0,18 19-1,17-19 17,-17-17 14,-18 35-30</inkml:trace>
  <inkml:trace contextRef="#ctx0" brushRef="#br0" timeOffset="190358.02">13917 9296 0,'18'0'47,"35"0"-32,17 0 1,-17-36-1,18 36 1,-54 0 0,19 0-1</inkml:trace>
  <inkml:trace contextRef="#ctx0" brushRef="#br0" timeOffset="190912.54">13935 9454 0,'17'0'31,"19"0"-16,17 0 1,35-17 0,-35 17-1,35-35 1,-53 35 0,-17 0 30,-54 17 142</inkml:trace>
  <inkml:trace contextRef="#ctx0" brushRef="#br0" timeOffset="193672.71">12577 8184 0,'0'0'0,"-36"18"31,36 17-15,0 1 15,0 17-15,0-36-1,0 18 1,0 1 15,0-19-15,18-17-16,-18 36 15,18-36 1,17 0 0,0 0 15,-17 0-16,17-18 17,-35 0-17,0-17 1,0 0 15,0 17 0,0-17 1,-18 35-17,18-18 1,-17-17 0,-19 35-1,1-35 1,18 35 15,-19 0 0,19 0 1,17 17-17,-36 19 1,36-19 15,0 19-15,0-19-1,0 18 17,0 1-17</inkml:trace>
  <inkml:trace contextRef="#ctx0" brushRef="#br0" timeOffset="204817.14">15381 7232 0,'18'0'47,"-18"18"-31,17-18-1,-17 35 17,0-18-32</inkml:trace>
  <inkml:trace contextRef="#ctx0" brushRef="#br0" timeOffset="204966.74">15575 7514 0,'0'0'0,"35"35"16,1 1 30,-36-1-46</inkml:trace>
  <inkml:trace contextRef="#ctx0" brushRef="#br0" timeOffset="205133.3">15787 7726 0,'0'0'0,"0"35"16,0-17-1,17-18 1,-17 35 0</inkml:trace>
  <inkml:trace contextRef="#ctx0" brushRef="#br0" timeOffset="205299.85">15893 7973 0,'0'0'0,"35"0"16,-35 35-16,18-35 31,-18 18 0</inkml:trace>
  <inkml:trace contextRef="#ctx0" brushRef="#br0" timeOffset="206457.16">15928 8661 0,'-18'17'156,"18"19"-125,-17-19-15,-19 19 15,36-19-15,-35 36-1,35-18 16,-18 54-15,18-37 0,-35-16-1,0 17 1,35 0 0,-18-1-1,-17-34 1,0 35-1,35 0 1,-18 0 0</inkml:trace>
  <inkml:trace contextRef="#ctx0" brushRef="#br0" timeOffset="206997.94">15381 9472 0,'0'0'0,"53"0"31,-35 0-15,52 0 15,18-35-16,-35 35 1,0 0 0,0 0-1,-18 0 1,-52 0 78,-36 0-94</inkml:trace>
  <inkml:trace contextRef="#ctx0" brushRef="#br0" timeOffset="207455.17">15469 9525 0,'0'0'0,"18"0"94,0 0-78,52 0-16,-35 0 15,18 0 1,-17-18-16,-19 18 16,36 0-1,-18-35 1</inkml:trace>
  <inkml:trace contextRef="#ctx0" brushRef="#br0" timeOffset="208532.12">16263 8696 0,'35'0'62,"1"0"-46,-36 18-16,35-18 15,0 70 1,0-17 0,71 18-1,-35-18 1,-54 17-1,36-52-15,-17 52 16,-1-52 0,-17 35-1,17-18 1,18 18 0,-36 0-1,19-18 1,-1-35 31,-53 0-16</inkml:trace>
  <inkml:trace contextRef="#ctx0" brushRef="#br0" timeOffset="208887.85">16810 9454 0,'70'0'31,"1"-17"-15,17-18 0,-53 35-16,-17 0 15,35 0 1,-88 0 62</inkml:trace>
  <inkml:trace contextRef="#ctx0" brushRef="#br0" timeOffset="209202.43">16827 9507 0,'36'0'31,"105"0"0,-53 0-15,-17-17 0</inkml:trace>
  <inkml:trace contextRef="#ctx0" brushRef="#br0" timeOffset="212229.68">16545 8255 0,'-35'0'16,"35"18"77,0 35-61,18-1-1,35-16 0,-1-54 0,-16-35 1,-36 0-1,-18 18 0,0 17-15,-17 18 15,18 0-15,-19 71-1,36-18 1,0-36-1</inkml:trace>
  <inkml:trace contextRef="#ctx0" brushRef="#br0" timeOffset="-210371.27">15134 9278 0,'0'-18'62,"0"1"-15,35-36-31,1 0 15,-19 18-15,-17 17-1,36-17 1,-36-1 0,35 19 30,-35-18-30,35-1 0,-35 19-1,18 17 1,-18-36 0,0 1 46,0 70 79,-35-35-141</inkml:trace>
  <inkml:trace contextRef="#ctx0" brushRef="#br0" timeOffset="-208943.8">15258 8890 0,'0'0'0,"0"-18"125,0-17-94,35 0 1,0 35-1,-35-18-31,18 18 172,-18 35-157,0 18 17,35-17-17,-35-19 16,-18-17 94,1 0-109,-18 0 15,-1 0 16</inkml:trace>
  <inkml:trace contextRef="#ctx0" brushRef="#br0" timeOffset="-206467.9">17127 9119 0,'-17'0'109,"-1"0"-77,-17-17-1,-36-36 0,54 17 16,-19 36-31,1-35-1,17 35 17,18-17-17,-35 17 16,53 35 188,-18 0-188,0-53 94,0 1-109,-18 17-16,18-35 16,0-1-1,0 19 17,0-19 30,18 36 47,17 0-77,-17 0-17,17 0 17,-35 18-17,0 0 16,0 17 16,-18 0-31,1-35 0,17 18-1,-36-18 1,1 35 31,35-17 15</inkml:trace>
  <inkml:trace contextRef="#ctx0" brushRef="#br0" timeOffset="-198444.77">12294 9031 0,'0'-18'78,"0"-17"-62,0 0-16,71-89 47,-18 19-16,-53 87-15,35 18-1,-53 0 110,1 0-109,-19 0 15,19 0-15,17-35 93,0-1-93,35 19-1,-17-19 1,17 36 0,-35 18 46,0 0-46,0 17-1,35 0 1,-35-17 0,18-18-1,17 0 32</inkml:trace>
  <inkml:trace contextRef="#ctx0" brushRef="#br0" timeOffset="-196487.19">14235 8961 0,'0'17'31,"-53"-70"94,17 18-109,1 35 0,-18-71-1,53 36 1,-35 35 0,35-35-1,-18 35 1,18-18 15,-35 18-15,35 36 140,0-1-125,0-53 32,0-35-32,-35 18 0,52 35 94,36 0-94,-17 0-15,-19 0 15</inkml:trace>
  <inkml:trace contextRef="#ctx0" brushRef="#br0" timeOffset="-194529.63">8731 5786 0,'0'-18'47,"0"-17"-32,0-18 1,0 17-1,0-16 1,71-1 0,-71 0-1,35 17 1,-35 19 0,-18 17 109,-17 0-110,0 35 16,35-70 63,0-1-78,18 36 62,-18 18-47,35 17-15</inkml:trace>
  <inkml:trace contextRef="#ctx0" brushRef="#br0" timeOffset="-192890.87">9684 5644 0,'0'-35'32,"0"18"-1,-36-36 0,-16-53 0,16 106-15,36-36 0,-17 36-1,17-17 1,-36 17 0,36-35-1,-35 35 32,35-18-31,0 53 109,0-17-110,0 17 1,0-70 62,0 0-62,-18 35-1,54 0 142,17 0-142,-18 0 16,-35 17 94</inkml:trace>
  <inkml:trace contextRef="#ctx0" brushRef="#br0" timeOffset="-189288.69">11377 5592 0,'0'-18'15,"18"18"1,-18-35-1,0 17 17,17-35-17,19 0 1,-1 18 0,-35 0-1,0-1 1,18 19 31</inkml:trace>
  <inkml:trace contextRef="#ctx0" brushRef="#br0" timeOffset="-188918.12">11501 5292 0,'-36'0'15,"19"0"17,17-36 46,0 1-63,35 35 1,-17 0 0,17 0 46,-35 18-46,35 17-1,-17-35 63</inkml:trace>
  <inkml:trace contextRef="#ctx0" brushRef="#br0" timeOffset="-187343.71">12682 5503 0,'-17'-17'47,"-19"-19"-31,-16-69 15,52 52 16,-36 53-47,36-36 16,-35 19 15,17 17 78,18 35-46,0-17-48,-35-54 79,35 19-78,0-19 31,18 36 46,-1 0-77,19 0 0,-19 18-1</inkml:trace>
  <inkml:trace contextRef="#ctx0" brushRef="#br0" timeOffset="-166912.14">12100 9102 0,'0'17'31,"0"19"-15,-35 16 15,35-16-15</inkml:trace>
  <inkml:trace contextRef="#ctx0" brushRef="#br0" timeOffset="-166745.66">12065 9384 0,'0'0'16,"35"53"15,-35-18-16,36-17 1,-1 17 0</inkml:trace>
  <inkml:trace contextRef="#ctx0" brushRef="#br0" timeOffset="-166612.45">12330 9560 0,'0'0'0,"35"0"16,18 36-1,-18-36 1,-17 17-16,35 18 31</inkml:trace>
  <inkml:trace contextRef="#ctx0" brushRef="#br0" timeOffset="-166477.98">12682 9648 0,'0'0'0,"36"0"31,17 0-15,-18-17-1,-18 17-15</inkml:trace>
  <inkml:trace contextRef="#ctx0" brushRef="#br0" timeOffset="-166308.43">12947 9543 0,'0'0'16,"35"-36"15,-17 19-15,17-19 15</inkml:trace>
  <inkml:trace contextRef="#ctx0" brushRef="#br0" timeOffset="-166078.98">13070 9366 0,'0'-17'31,"0"34"-31,0-70 16,0 18 15,0 17-15,-17-17 15,-19-18-15,19 53-1,17-17 1,-35 17 0</inkml:trace>
  <inkml:trace contextRef="#ctx0" brushRef="#br0" timeOffset="-165862.56">12823 9031 0,'-17'-18'32,"-18"18"-17,17 0 16,-17-35-15,-18 35 15</inkml:trace>
  <inkml:trace contextRef="#ctx0" brushRef="#br0" timeOffset="-165696">12435 8978 0,'0'0'0,"-17"0"16,-19 0 0,19 0-1,17 18-15,-35-18 16,-1 17 0,19 19-1</inkml:trace>
  <inkml:trace contextRef="#ctx0" brushRef="#br0" timeOffset="-163574.77">11254 8590 0,'53'18'172,"-1"-18"-156,19 0 0,-36 0-1,1 0 1</inkml:trace>
  <inkml:trace contextRef="#ctx0" brushRef="#br0" timeOffset="-163027.54">11730 8555 0,'0'-18'15,"0"-70"17,0 17-1,-18 36-16,18 53 64,0 17-64,0 36 1,18 17-1,17-35 1,-35-36 0,0 19 15,-18-36 47</inkml:trace>
  <inkml:trace contextRef="#ctx0" brushRef="#br0" timeOffset="-162734.72">11659 8696 0,'18'0'78,"0"0"-62,87 0 15,-34 0 0,-106 18 16</inkml:trace>
  <inkml:trace contextRef="#ctx0" brushRef="#br0" timeOffset="-161264.85">14129 8661 0,'0'-18'78,"35"18"-62,0 0 15,-17 0 0,17 0 0</inkml:trace>
  <inkml:trace contextRef="#ctx0" brushRef="#br0" timeOffset="-160765.7">14411 8555 0,'0'-88'31,"0"52"-15,-18-17 15,18 18 0,0 53 16,0 17-31,18-17-1,-18 70 1,0-53 0,35 0-1,-35 1 1,0-19 0,0 19-1,0-19 32</inkml:trace>
  <inkml:trace contextRef="#ctx0" brushRef="#br0" timeOffset="-154890.17">13229 8149 0,'0'-35'31,"-35"35"31,0 0-30,35 18-17,-18-18 1,-17 0 0,35 17-16,-18-17 15,-17 0 1,35 35-1,0 1 32,-36-36-31,36 17 0,0 19 15,0 17-16,0-18 1,0 0 0,18 0-1,-18-17 1,35 17 0,-35 1-1,36-36 1,-19 17-1,-17 18 1,36-17 15,-19-18-15,19 0 0,-1 0-16,-18 35 31,19-35-16,-19 0 1,19 0 0,-1 0-1,-17 0 1,17 0 0,-18 0 15,19-17-16,-1-1 32,-17 18-31,-18-35 0,35 0-1,0 17 16,-35-17-15,0-1 0,0 19-1,0-36 1,0 35 0,0-17-1,0 0 1,0 17-1,-17-17 17,-19-1-1,19 19-15,-19-18-1,36 17 1,-17 18-1,-19 0-15,1-35 16,18 35 0,-19 0-1,19-36 1,-19 36 0,1 0 15,17 0-16,-17 18 32,0 17-31,0 1 0,17-19 15,-17 18-16,-1 1 17,36-19-17,0 19-15,-17-1 16,17-17 0,0 17-1,0-18 1,35 36-1,18 0 1,-35-17 0,17-1 15,18-35-15,-18 0-1,18 0 1,0 0-1,-35 0 1,52-53 0,-35 0-1,-35 18 1,36-18 0,-36 18-1,0-18-15,0 35 16,0-17-1,0-1 1,-18 19 0,-17-18 15,17 35-15,-17 0-16,0-36 31,17 36-16,-17 0-15,-18 18 32,35 17-17,-17 0 1,35-17 0,0 17-1,0-17 1,0 35-1,17-18 1,19 0 0,-19-35-16,36 0 31,0 0-15,-18 0-1,1-35 1,-1-18-1,-35 18 1,0 17 0,0-35-1,-88 18 1,35 0 0,0 35-1,0 18 1,18 17-1,35 0 1,0 0 0,0 18 15,0 0-15,0-18-16,17 1 15,1-36 1,17 0-1,1 0 1,-19-36 0,-17 1-1,0-18 1,-17 18 0,-36 0-1,0 35 1,18 0-1,-1 17 1,1 19 15,35 17-15,0-1 0,0-34-1,18 17 1,17-35-1,18 0-15,0 0 16,-18-17 0,-35-54-1,0 36 1,-18-71 0,-70 71-1,35 35 1,0 0-1,0 0 1,36 70 0,17-34-1,17-19 17,72 36-17,-54-53 1,0 0-16,-17 0 15,52 0 1,-34 0 0,-36-53-1,0-35 1,-18 53 0,-17 35-1,-1 0 1,19 0-1,-18 88 1,35-53 0,0 1 15,17 16-15,89-16-1,-71-36 1,18-18-1,-18-52 1,-35-19 0,0 54-1,-35 0 1,-35 35 0,17 0-1,0 35-15,18 36 16,35-1-1,0 1 1,17-1 0,54-34 15,-54-36-31,19 0 16,34-18-1,-35-70 1,-35 17-1,-35 18 1,-35 18 0,17 35-1,0 35 1,35 1 0,18 52-1,0-35 1,0-36-1,53-17 1,35 0 0,-52 0-1,-36-88 17,0 70-17,-18-34 1,-17 52-1,-18 17 1,17 36 0,36-18-1,0-17 1,18-18 0,17 0-1,18-18 1,-17-17-1,-36 0 95,-18 35-79</inkml:trace>
  <inkml:trace contextRef="#ctx0" brushRef="#br0" timeOffset="-148792.24">12665 8237 0,'0'-17'47,"0"-19"-16,-36 36 63,1 0-47,18 0-16,-19 0 1,36 18-17,-17-18 1,17 18-1,-36-18 1,36 35 0,0-17-1,-35-18 1,35 35 0,0 0-1,0-17 16,0 17 1,18-17-17,17-18 1,-17 35 0,17-35 15,-17 0-16,17 0 1,0 0 0,-17-18 15,17 1 16,-35-19-32,0 1 17,35 35-17,-35-17 1,0-19 15,0 19-15,0-19-1,0 1 17,-17 35-17,17-18 1,-36 18 0,36-35-1,-17 35 16,-19 0 1,19 0-17,-18 0 17,-1 0-1,36 18 0,-17-18-15,17 17-1,-36-17 1,36 36 0,0-1-1,0-17 16,0 17-15,0-17 0,0 17 46</inkml:trace>
  <inkml:trace contextRef="#ctx0" brushRef="#br0" timeOffset="-144175.08">13017 7232 0,'-17'18'32,"-18"17"-17,35 0 1,0 18 15,17-18 0,18 1-15,-17-54 15,17-35-15,-35 0 0,36 0-1,-36-17 1,-18 34-1,-17 36 1,17 0 0,-17 0-1,35 18 1,0 0 0,17-18-1</inkml:trace>
  <inkml:trace contextRef="#ctx0" brushRef="#br0" timeOffset="-143208.23">13264 7408 0,'18'-35'62,"0"-18"-46,35 0 0,0-17-1,-1 34 1,-34 36-1,-18-35 1,-18 0 93,18 17-46,36 18-47,70-35 15,-89 35-16,-52 53 48,17 0-47,18-36-1,-35-17 1,53 0 62</inkml:trace>
  <inkml:trace contextRef="#ctx0" brushRef="#br0" timeOffset="-140910.56">16069 7796 0,'-35'0'31,"35"-35"0,-36 35-31,36-18 16,-17-17-1,-18 0 1,-54-53 15,54 52-15,0-16 0,0 16-1,-18 1 1,0 0-1,17-1 1,1 19 0,17 17-1,18-36 1,-35 36 0,35 18 93,0 0-93,0 17-1,18 0 1,-36-88 93,1 36-93,-19-19 15,36 1-15,-35 35-1,35-17 1,53 17 62,-35 0-62,17 0 15,-18 0-15,19 0 15,-36 35 63,-18 0-79,-17 0 16,-36 18-15</inkml:trace>
  <inkml:trace contextRef="#ctx0" brushRef="#br0" timeOffset="-136656.6">14429 6456 0,'-53'0'32,"35"0"-17,-17 0 1,-1 0 15,19 35-15,-18-17-1,-1-18 17,19 35-17,-19 0 16,36-17-15,0 17 0,-35-35-1,35 35-15,0 1 32,0-1-17,0 0 1,18 18-1,17-17 1,-35-19 0,35-17-1,1 35 17,-1 1-17,0-19 1,-17-17-1,17 36 1,-17-36 0,52 0-1,-52 0 1,17 0 0,-17 0-1,17-18 1,0 0-1,-17 18 1,-18-35 0,35 35-1,1-35 17,-36 17-17,17-17 1,-17 17-1,35-17 1,-35-18 0,0 18-1,0 17 17,0-17-17,-17 0 1,17 17-1,-35 18 1,35-35 0,-18-1-1,-17 36 17,35-17-17,-18-19 1,-17 36-1,-1 0 1,19 0 0,-18-35-1,17 35 17,-17 0-17,-1 0 1,19 0-1,-19 18-15,1 17 32,0-17-17,0 17 17,35 0-17,-36-17 1,36 17-1,0 18 1,0-18 0,0 18-16,18 0 15,0-17 1,17-1 0,18-35-1,17 35 1,-17-35-1,0 0 1,-35 0 0,17 0-1,18-18 17,-18-17-17,1 0 1,-1-18-1,-35 0 1,35 18 0,-35 17-1,0-17 1,0 0 0,-18 17-16,-17-17 15,-18-1 1,0 36-1,0 0 1,1 0 15,-1 18-15,17 0 15,36 35-15,-17-53-1,17 105 1,17-52 0,19 0-1,-19-17 1,36-36 0,0 0-1,18-18 1,-18-17-1,-18-1 1,-35 19 0,0-19-1,-35 1 1,-1 0 15,1 35-31,-18 0 16,0 0-1,0 17 1,36 19 0,17-1-1,0-17 1,0 17 0,88 0 15,-35-35-16,-18-17 1,0-1 0,-35-17-1,0-18 1,-35 0 15,-36 35-15,19 18-1,-1 0 1,0 35 0,53 18-1,0-17 1,0-1 0,35 18-16,-17-53 15,70 35 1,-53-35-1,18-17 1,-18-36-16,-35 35 16,0-70-1,-17 70 17,-72-88-17,19 71 1,35 35-16,17 0 15,-53 35 1,36 18 0,35-18-1,0 18 1,53 18 0,0-71-1,0 0 1,-18 0-1,-17-18 1,17 18-16,-35-53 16,0-35-1,-70 35 1,-1 18 15,-17 35-15,52 35-1,-16 71 1,16-53 0,36 0-1,88-35 1,54-18 0,-107 0-1,0 0 1,18-106-1,-53 88 1,-18-35 0,-34 0-1,-19 53 1,53 0 0,-35 36-1,18 16 1,35-16-1,0 17 1,88-36 0,-17-17-1,-1 0 1,-17-53 0,-53 0-1,-35 1 1,-18 34-1,-17 18 1,34 0 0,36 35 15,0-17 16,0 17 93</inkml:trace>
  <inkml:trace contextRef="#ctx0" brushRef="#br0" timeOffset="-130614.87">15046 6509 0,'0'-36'47,"0"1"-31,0 0 0,0-18-1,0 0 1,0 35 15,-35-17-31,35 0 31,17 53 94,19 87-109,-1-34 15,0 35-15,-17-53 15,-18 0-15,0-18 15,-35-18 78,-18-17-93,35 0 0,-17 0-1,17 0 1,53 0 109,-17 0-110,17 0 1,1 0 0,-19 0-1,18 0 1,18 0-16,-35-35 16,17 35-1,1 0 1,-19 0-1,18 0 32,-52 0 47,-1 0-78</inkml:trace>
  <inkml:trace contextRef="#ctx0" brushRef="#br0" timeOffset="-129090.22">15028 6473 0,'0'-17'47,"0"-18"-16,0-18-16,0-18 1,0 18 0,0 18-1,0 17 17,0-17-17,36 53 110,-19-1-109,-17 19-1,36 16 1,-36-16 0,35 52-1,-35-70-15,35 34 16,-17 1 0,-18 0-1,35-35 1,-35 17 15,-53-35 110,0 0-126,36 0 1,-19 35 0,1-35 62,53 0-31,17 0-32,0 0 1,18 0-1,53-17 1,-71 17 0,0-35-1,-52 35 267</inkml:trace>
  <inkml:trace contextRef="#ctx0" brushRef="#br0" timeOffset="-126278">14340 5803 0,'0'35'109,"18"-70"0,0 0-93,17 35-16,18-106 31,0 53 1,0 0-1,-18 0 0,18-17 0,-53 52-15,35 18 0,0 0-1,-35-35 1,0 0 187,0 17-156,18-17 93,17 35-124,18-36 15,-17 36-15,-19 0 0,18-17-1,1 17 16,-36 35 16,-18 53-31,-17-53 0,35 1 46,-18-72-31,-17 36-15,-18-70 0,53 52 15,-18 18-16,-17 0 48,53 0 15</inkml:trace>
  <inkml:trace contextRef="#ctx0" brushRef="#br0" timeOffset="-124857.55">14552 5009 0,'0'-35'78,"0"-35"-62,18-54 15,-1 89 0,19 88 94,-36 0-109,35 88 15,0-53 0,-17-70 0,-36 17 48,1-35-64,-36 0 1,35 35-1,-17-35 1,35 18 0,35-18 77,18 0-77,35 0 15,-53 0 1</inkml:trace>
  <inkml:trace contextRef="#ctx0" brushRef="#br0" timeOffset="-122736.35">17551 7038 0,'0'35'94,"-18"53"-79,-17-70-15,35 17 16,-36 36 0,19 17-1,-18-53-15,35-17 16,0 17-16,-36 18 16,36 0-1,0-18 1,-35 1-1,35-19 1,-18-17 0</inkml:trace>
  <inkml:trace contextRef="#ctx0" brushRef="#br0" timeOffset="-122436.87">17180 7585 0,'71'-36'47,"35"36"-16,-53 0-31,52 18 32,-69 17-1,-54-17 0</inkml:trace>
  <inkml:trace contextRef="#ctx0" brushRef="#br0" timeOffset="-122152.68">17216 7726 0,'17'0'47,"160"35"-16,-72-17 1,-158-54 14</inkml:trace>
  <inkml:trace contextRef="#ctx0" brushRef="#br0" timeOffset="-121654.52">16792 7126 0,'18'0'47,"35"0"-15,-36-18-1,19 18-16</inkml:trace>
  <inkml:trace contextRef="#ctx0" brushRef="#br0" timeOffset="-121192.77">17074 6985 0,'0'0'0,"0"-35"47,0 52 0,0 54-16,0-36-15,0 36 0,0 17-1,0-53 1,36-35-1,-36 18 1</inkml:trace>
  <inkml:trace contextRef="#ctx0" brushRef="#br0" timeOffset="-120227.16">17851 6897 0,'17'17'62,"1"-17"-46,-18 18-16,88 17 31,-17 36-15,-36-71-1,18 18 1,17 34-1,-17 54 1,-17-70-16,-1-19 16,18 18-1,-53 18-15,17-53 16,19 89 0,-1-54-1,-35-17 16</inkml:trace>
  <inkml:trace contextRef="#ctx0" brushRef="#br0" timeOffset="-119911">18344 7567 0,'36'0'15,"-36"-18"1,106 18 0,-18-35-1,-53 35 1,-53 0 46</inkml:trace>
  <inkml:trace contextRef="#ctx0" brushRef="#br0" timeOffset="-119656.12">18362 7620 0,'106'0'63,"53"-18"-47,-195 1 30</inkml:trace>
  <inkml:trace contextRef="#ctx0" brushRef="#br0" timeOffset="-119272.15">18380 7073 0,'0'-35'15,"17"35"1,54-35 0,-36 35-1,0-18 1,1 18-16</inkml:trace>
  <inkml:trace contextRef="#ctx0" brushRef="#br0" timeOffset="-118823.86">18697 6897 0,'0'-106'31,"0"212"-31,0-141 94,0 140-79,35 1 17,1-35-1,-36-89 63,-18-17-79</inkml:trace>
  <inkml:trace contextRef="#ctx0" brushRef="#br0" timeOffset="-117287.89">17586 6509 0,'0'0'16,"-18"0"15,-17 0 1,17 0-17,-17 0 1,0 53 15,0 17-15,35-35-1,-18 18 1,18-17 0,0 52-1,18-18 1,-18-52 15,17 35-15,18 0-1,1-18-15,17-35 16,-18 18 0,0-18-1,18 0 1,-18 0-16,1-18 15,-1-35 1,-35 0 0,35 18-1,-35-35-15,0 52 16,0-35 0,0-18-1,-17 1 1,-19-1 15,-17 36-15,18-18-1,0 35 1,-18 18 0,0 0-1,18 0 1,-18 53-1,0 0 1,18 35 0,17-17-1,18-18 1,0 18 0,0-19 15,123 37 0,-70-89-15,0 0-1,0 0 1,-53-36 31,-17 36-32</inkml:trace>
  <inkml:trace contextRef="#ctx0" brushRef="#br0" timeOffset="-115981.66">17498 6138 0,'0'-17'62,"-18"-19"-46,18 19 0,-70-19-1,34 1 1,1-18 15,-53 18-15,35 0-1,-18-36 1,-52-35 0,52 89-1,18-19 1,18 36-1,17 0 17,54 18 93,-36 0-110,35-18 1,-35 35 0,0-53 30,0 1-30,-18-36 0,-17 0-1,35 35 1,0-17 0,18 35 93,17 18-93,-17-1 15</inkml:trace>
  <inkml:trace contextRef="#ctx0" brushRef="#br0" timeOffset="-114973.93">16951 5115 0,'-35'0'62,"35"36"-46,0-19-16,17 36 31,54 53 0,52-106 1,-87 0-17,17-35 1,-1-1 0,-16 1-1,-36-71 1,0 71-1,-36-18 1,-16 0 0,-1 18-1,0 0 1,17 35 15,-16 0-31,16 0 16,-34 70-1,17-17 17,17 18-17,36-18 1,0-1 0,18 1-1,35-17 1,-35-36-1,-18 35 1,-18-35 15,-17 0-31</inkml:trace>
  <inkml:trace contextRef="#ctx0" brushRef="#br0" timeOffset="-111259.74">15752 4621 0,'-106'53'31,"53"35"16,17 18-16,36-88-31,-35 17 16,35 1-16,0 16 15,0-16 1,18-1 15,70 0-15,-17-35 0,-1 0-1,-35-17 1,1-19-1,-36 1-15,0 0 16,35 17-16,-35-52 16,0 52-1,0-53 1,-18 1 0,-35-1-1,18 36 1,0 35-1,17 0 1,-35 0 15,0 18-15,0 52 0,1 1-1,16-18 1,36 35-1,0-35 1,71 0 0,-1-18-1,19-35 1,-36 0-16,-1-35 16,19-53-1,-18-1 1,-53 36-1,0-52 1,-35 16 15,-18 19-15,-18 17 0,18 53-1,-17 0 1,-1 35-1,53 36 1,18-18 0,-35 35-1,35-35 1,0 0 0,53 17-1,18-17 1,-36-53-16,0 0 15,71 0 1,-35-70 15,-54-19-15,36 1 0,-53 0-1,-53 17 1,-17 1-1,-18 35 1,-54 35 0,37 53-1,34 17 1,53-17 0,18 53-1,0 0 16,71-53-15,-1 0 15,72-53-15,-37-18 0,-52-35-1,-17 0 1,-1-35-1,-53 17 1,-52 1 0,-1 34-1,18 19 1,18 17-16,0 0 16,-18 88-1,17 0 1,36 0-1,0 1 1,18 34 15,35-70-15,0-53 0,53 0-1,-53-18 1,0-35-1,-18-17 1,-35-1 0,0 18-1,-35 18-15,-54-35 16,1 70 0,35 0-1,-17 52 1,70-34-16,-36 53 15,36-18 1,36 0 0,34 17 15,19-17-15,-1-53-1,-35 0 1,-18-35-1,-17-18 1,-18-35 0,-36 17-1,-34 18 1,17 53 0,0-35-1,0 88 1,18 0-1,35 0 1,0 0 0,35-18-1,36 18 1,-19-53 0,-16 0-1,17-18 1,-36-52-1,-17-1 1,-53 0 0,-17 36-1,35 35 1,-1 18 0,36-1-1,0 36 1,0-17-1,18-19 1,17-17 0,36 0 15,-71-53 0,-18 0-15,-17 53-1,17 0 1,18 18 15,0 0-15,18 17 0,17-35-1,-35-18 1,18-17-1,-36 0 1,-17 35 0,17 0 31,18 17-32,0 1 1</inkml:trace>
  <inkml:trace contextRef="#ctx0" brushRef="#br0" timeOffset="-105491.67">15416 4057 0,'0'-18'94,"-35"-17"-78,-88-18 15,17-17 16,88 52-32,-17-17 1,-18-1 0,0-17-1,0 18 1,18 0 0,-53 17-1,88-17 1,-18 17-1,-17-17 1,-1 0 15,19-18-15,-18 53 46,52 35 48,-17 0-95,0 36-15,18-36 32,17-17-1,-35-36 47,-18-35-62,-34-53-1,52 89 1,-18-18 0,18-1 46,0 19 1,35 17-17,-17 0-30,35 0 0,0 17-1,-53 19 48,-36 34-32,1 18-15,17-52 15,18-19 0</inkml:trace>
  <inkml:trace contextRef="#ctx0" brushRef="#br0" timeOffset="-104296.86">15328 3298 0,'0'-35'62,"0"-18"-31,35 18 1,-17 35-1,17 0-15,1 0 15,-19 18-16,19 17 1,-36 0 0,0 36-1,-18 17 1,-17-35 0,17 0-1,-17-53 16,-1 17-15,19-17 0,-18 0 15,35-35-15,0 17-1,0-17 16,17 35-15,1 0 15,17 35-15,0-17 0,1 17 15,-19-35-31,19 36 15,-1-36 1,-18 0 0,19 0-1,-1-18 1,-17-17 0,-18 17-1,35-17 1,-35 17-1,0-17 1,-18 53 47,-17-1-48</inkml:trace>
  <inkml:trace contextRef="#ctx0" brushRef="#br0" timeOffset="-102281.21">13353 3175 0,'0'18'93,"0"17"-61,-18-17-17,0 70 32,18-53-31,0 36-1,-35-19 1,35-16-16,0 17 16,0 0-1,-35-18 1,35 0-1,0 0 17,0-52 46</inkml:trace>
  <inkml:trace contextRef="#ctx0" brushRef="#br0" timeOffset="-101864.89">13106 3704 0,'0'0'0,"-18"0"47,89 0-16,17 0 1,-35 0-17,0 0 1,-18 0 0,-70 0 46,-18 35-46</inkml:trace>
  <inkml:trace contextRef="#ctx0" brushRef="#br0" timeOffset="-101514.84">13070 3845 0,'18'0'62,"176"0"-30,-123 0-1,-71-35 47,-71 35-78</inkml:trace>
  <inkml:trace contextRef="#ctx0" brushRef="#br0" timeOffset="-100769.33">12735 3369 0,'36'0'125,"-1"0"-109,-18 0-1,19-18 1,-1 18-16,-17 0 31</inkml:trace>
  <inkml:trace contextRef="#ctx0" brushRef="#br0" timeOffset="-99582.64">12947 3422 0,'0'-71'15,"0"-17"17,18 18-17,-18 17 1,0 35 0,0-35-16,0 18 31,0 53 31,0 52-30,0 1-17,35-18 1,-35 52 15,0-52-15,35-17-1,-35 16 1,0-16 0,0-19 15,-18-17 16,1 36-32,-36-36 1,18 0 0,17 35-1,53-35 95,53-18-95,1-17 16,-125 35 110,-34 0-125,35 0-16,-1 18 31,54-18 78,0 0-93</inkml:trace>
  <inkml:trace contextRef="#ctx0" brushRef="#br0" timeOffset="-92952.6">13511 2558 0,'-17'0'31,"-19"0"1,-16 0-1,-1 17 0,17 19-15,1-19-1,17-17 1,18 35-16,-35-17 16,18 17-1,17 1 1,-36-19 15,36 19-15,-35-1-1,35-18 1,0 19 0,0 17-16,0-18 15,18 18 1,-18-18 0,35-17-1,-35 17 1,53 0-1,0-17 1,-18-18 0,18 35-1,-18 1 17,18-36-17,18 0 1,-54 0-1,36 0 1,-18 0-16,1-18 16,-1 0-1,0-17 1,-17 0 0,-18 17-16,35-17 31,1 0-16,-36-36 1,17 36 0,-17-18-1,0 0 1,0 35 15,0-17-15,0 0-16,0-18 31,0 35-15,-35-17-1,0 35 1,35-53-16,-36 53 16,36-18-1,-35-17 1,0 35-1,17 0 1,-35 0 0,18 0-1,-18 0 17,0 0-17,0 0 1,18 18-1,17 17 1,-17-17 0,0 17-1,-18 0 1,53-17 0,-18 17-1,18 18 1,0-35-16,-35 17 15,35 18 1,0-18 0,0 18-1,18 18 1,17-19 15,-18-16-15,19-1-1,17 0 1,17 1 0,-17-36-1,0 0 1,18 0 0,-19-18-1,-16-17 1,-36 17 78</inkml:trace>
  <inkml:trace contextRef="#ctx0" brushRef="#br0" timeOffset="-90630.76">13229 2170 0,'-35'0'78,"17"0"-31,-17 0-31,-18-71 15,53 53-15,-35 18-1,17-35 1,-35-18 0,53 36 15,-35 17-16,17-53 1,-17 53 0,17-18-1,18-17 1,-35 35 0,0-36-1,17 19 1,-17-18 15,0-1 16,-18-17-16,17 53-15,36-35-1,-17 35 17,17-18-1,0 54 94,17 52-109,-17-53-1,0 0 1,18-17-1,-18-106 79,0 53-78,-53-54 15,18 72 0,35-19-15,0 19 15,18 17 16,52 0-16,18 17 1,-88 1-17,36-18 1,-1 0-1,-35 35 17,-18 18 93</inkml:trace>
  <inkml:trace contextRef="#ctx0" brushRef="#br0" timeOffset="-89526.8">13282 1499 0,'-18'0'31,"107"-17"63,-36-19-79,-18 36-15,-18 0 16,19 0-1,-36 71 32,-18 17-31,-17-53 0,0 1 15,-1-36 0,36-18 0,0 0 1,71 18-17,-36 0 1,18 0-1,0 0 1,-35 0 0,-18 53-16,35 0 15,-18 0 1,-17 18 0,0-36-1,-70 36 16,-1-71-15,36 0 0,0 0-1,0 0 1</inkml:trace>
  <inkml:trace contextRef="#ctx0" brushRef="#br0" timeOffset="-83374.56">11659 917 0,'0'0'0,"-17"0"15,-1 0 16,-17 35 1,-1-17-1,19-18-15,-18 35-1,35 1 1,-18-19-1,-17 19 17,35-1-17,-36-17 1,36 17 0,0 0-1,0 18 1,0 35-1,18-53 1,17 1 0,-17-36-1,35 53 1,0-18 0,-36-35-1,19 18 1,17-18-1,-36 0 1,18 0 0,1 0-1,-19 0 1,19 0 0,34-18 15,-70 0-16,53-17 1,-18 0 0,-35 17-1,18-17 17,-18 0-17,0-1 1,0-17-16,0 0 31,0-35 0,0 35-15,-53 18 0,18 0-1,0 35 1,17-36-1,-17 19 1,-1 17 0,19 0-1,-36 0 1,0 0 0,18 0-16,-1 0 15,1 0 1,17 35-1,-17-35 1,0 35 15,0 1-15,17 17 0,-17 0-1,35-1 1,-36 1-1,36-17 1,0-1 0,0 0-1,18-35-15,-18 18 16,71 17 0,-18 0-1,17 1 1,-17-19-1,35-17 1,-35 0 15,0 0-15,-35 0 0,17-35-1,-35 0-15,35-18 16,1 0-1,-36-18 1,0 36 0,0-18-1,0-17 1,0 17 0,-18 0-1,-17 53-15,35-18 16,-71-17 15,-17 0 0,35 35-15,0-18 0,18 18-1,-18 35 1,0 0-1,35-35-15,18 36 16,-35 52 0,35-35-1,0-18 1,0 53 0,53 18-1,0-88 1,17 35-1,1-18 1,35 0 15,-89-35-31,54 0 16,0 0 0,-36-17-1,18-54 1,-18-52-1,-35 52 1,0 18 0,0 0-1,-18 18 1,-17-36 0,0 71 15,17 0-16,-17 0 1,17 0 0</inkml:trace>
  <inkml:trace contextRef="#ctx0" brushRef="#br0" timeOffset="-76728.68">10724 300 0,'0'17'110,"0"36"-95,0-17 1,0 34 15,0-34 0,0-1 1,36-35-17,-19 0 1,19 0 15,-19 0-15,19 0-1,-1 0 1,-35-18 125,0-35-126,-18-53 17,-17-17-1,35 88-16,0 52 48,0 1-47,0 70-1,18-17 1,-18-18-1,0 0 1,35-1-16,-35 1 16,35 53-1,-35-88 1,0 35 15,0-36 0</inkml:trace>
  <inkml:trace contextRef="#ctx0" brushRef="#br0" timeOffset="-72847.64">20161 1288 0,'53'0'31,"18"0"-16,52 0 17,-70 0-1</inkml:trace>
  <inkml:trace contextRef="#ctx0" brushRef="#br0" timeOffset="-72664.99">20973 1235 0,'53'0'31,"-106"0"-31,158-36 16,-69 1-1</inkml:trace>
  <inkml:trace contextRef="#ctx0" brushRef="#br0" timeOffset="-72432.15">21537 1111 0,'0'0'0,"124"0"31,-1 0 0,-35 0-15,-53 0 0,1-35-1</inkml:trace>
  <inkml:trace contextRef="#ctx0" brushRef="#br0" timeOffset="-71890.5">24165 1094 0,'-106'17'31,"89"-17"-31,-71 0 16</inkml:trace>
  <inkml:trace contextRef="#ctx0" brushRef="#br0" timeOffset="-71830.67">23830 1111 0,'-53'0'16</inkml:trace>
  <inkml:trace contextRef="#ctx0" brushRef="#br0" timeOffset="-71315.01">23689 1111 0,'0'36'63,"18"16"-32,52 54 0,71-70-15,-105-36 0,34 0-1,-35 0 1,36-36-1,-36 1 17,-35-18-17,0 18 1,0-18-16,0 0 16,0 0-1,-35 18 1,-18-1-1,-35 36 1,53 0-16,-1 0 16,1 18-1,0 35 1,35-18 0,-36 1-1</inkml:trace>
  <inkml:trace contextRef="#ctx0" brushRef="#br0" timeOffset="-70099.08">20320 2999 0,'18'0'31,"17"-18"-15,106 18 15,-106 0-15</inkml:trace>
  <inkml:trace contextRef="#ctx0" brushRef="#br0" timeOffset="-69916.54">20920 2875 0,'53'0'31,"0"0"-15,-18-18-1,18 18 1</inkml:trace>
  <inkml:trace contextRef="#ctx0" brushRef="#br0" timeOffset="-69582.44">21819 2734 0,'0'0'0,"18"0"16,17 0 15,0 0-15,-17-35 0</inkml:trace>
  <inkml:trace contextRef="#ctx0" brushRef="#br0" timeOffset="-68483.19">23865 2558 0,'0'-36'47,"0"-87"-16,0 70-15,0-88 0,-17 106-1,17-1 1,0 1-1,17 53 95,19 70-95,-19 71 17,54 17-1,-71-123-15,0 0-1,35-18 1,-35 36-1,-17-71 157</inkml:trace>
  <inkml:trace contextRef="#ctx0" brushRef="#br0" timeOffset="-66801.27">20602 4657 0,'0'0'0,"35"0"47,18 0-31</inkml:trace>
  <inkml:trace contextRef="#ctx0" brushRef="#br0" timeOffset="-66617.65">20973 4568 0,'0'0'16,"35"0"-1,0 0-15,36-35 31,-54 35-15,19 0 0</inkml:trace>
  <inkml:trace contextRef="#ctx0" brushRef="#br0" timeOffset="-66434.53">21678 4480 0,'0'0'15,"35"0"1,18 0 0,0 0-1,-35-35-15</inkml:trace>
  <inkml:trace contextRef="#ctx0" brushRef="#br0" timeOffset="-66251.02">22225 4410 0,'0'0'15,"35"0"16,36 0-15</inkml:trace>
  <inkml:trace contextRef="#ctx0" brushRef="#br0" timeOffset="-65003.4">24059 4092 0,'71'-35'32,"-18"0"-17,0 35 1,17 0 0,-17 0-1,-35 17 1,-18 1-1,0 35 1,0 0 0,-53 0-1,18-18 1,-18 36 0,-18-19-1,36 1 1,17-35-1,18 17 17,36 1-1,34-36-15,-35 0-16,18 0 15,53-18 1,-35 18-1,-36-35 1,0 35 0,1 0-1,-54 17 220</inkml:trace>
  <inkml:trace contextRef="#ctx0" brushRef="#br0" timeOffset="-63686.83">21008 6632 0,'35'0'16,"0"0"15,18 0-15,0 0 0</inkml:trace>
  <inkml:trace contextRef="#ctx0" brushRef="#br0" timeOffset="-63536.24">21572 6597 0,'0'0'16,"18"0"0,35 0-1,35-35 1,-53 35-1</inkml:trace>
  <inkml:trace contextRef="#ctx0" brushRef="#br0" timeOffset="-63386.46">22049 6562 0,'0'0'16,"17"0"-1,36 0 1</inkml:trace>
  <inkml:trace contextRef="#ctx0" brushRef="#br0" timeOffset="-63202.91">22542 6473 0,'36'0'16,"-19"0"0</inkml:trace>
  <inkml:trace contextRef="#ctx0" brushRef="#br0" timeOffset="-62970.26">23072 6385 0,'17'0'16,"89"0"15,-71 0-15,36 0-1</inkml:trace>
  <inkml:trace contextRef="#ctx0" brushRef="#br0" timeOffset="-61820.39">24447 5838 0,'-35'0'16,"70"-17"15,54-18 0,-54 35-15,18-18 0,0 18-1,0 18 1,-53 34 0,0 1-1,-18 36 1,-52-54-16,34-18 15,1 36 1,-18-53 0,18 0-1,105-17 48,-70-1-48,89 18 1,-37 0 0,-16 0-16,-1 0 15,0 53 1,-35 0 0,0 18-1,-35-54-15,0 54 16,-1-36-1,-69 0 1,52-35 0,17 0-16,19 0 15,-19 0-15,19 0 16,17 18 125,-35-18-126</inkml:trace>
  <inkml:trace contextRef="#ctx0" brushRef="#br0" timeOffset="-59404.62">21678 8378 0,'35'0'94,"18"0"-78,-35 0-16,17 0 15,-17 0-15</inkml:trace>
  <inkml:trace contextRef="#ctx0" brushRef="#br0" timeOffset="-59271.46">22066 8290 0,'106'0'31,"-212"0"-31,300-17 16,-141 17-1,-18 0 1</inkml:trace>
  <inkml:trace contextRef="#ctx0" brushRef="#br0" timeOffset="-59121.86">22560 8237 0,'18'0'15,"-36"0"-15,89 0 16,17-35 15,-53 35-15,-17 0-16</inkml:trace>
  <inkml:trace contextRef="#ctx0" brushRef="#br0" timeOffset="-58972.26">23036 8184 0,'18'-35'15,"-36"70"-15,89-70 16</inkml:trace>
  <inkml:trace contextRef="#ctx0" brushRef="#br0" timeOffset="-58770.8">23442 8096 0,'0'0'0,"53"0"16,35 0-1,-35 0 1,-18-35-1,-17 35 1</inkml:trace>
  <inkml:trace contextRef="#ctx0" brushRef="#br0" timeOffset="-57906.09">25047 7585 0,'-35'35'63,"-89"71"-47,19 0-1,34-18 1,36-71 15,52-17 16,1 0-31,35 0-1,18 0 1,-54 0-16,18 0 15,-17 0-15,17 0 16,36 0 0,-36 0-1,-17 0 17</inkml:trace>
  <inkml:trace contextRef="#ctx0" brushRef="#br0" timeOffset="-57473.37">25030 7602 0,'0'36'94,"0"17"-78,17 176 15,18-88-15,1 0-1,-1-35 1,-35-71 0,35 0-1,-52-35 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8T16:51:28.49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9296 4092 0,'-18'-17'125,"-35"17"-109,-35 0-1,35 0 1,0 17-1,18 71 1,35-35 0,0 36-1,17-19 1,89-17 0,0-53-1,-53 0 1,0-71-1,-18 19 1</inkml:trace>
  <inkml:trace contextRef="#ctx0" brushRef="#br0" timeOffset="533.01">9807 4145 0,'-53'0'16,"18"0"-1,0-35 1,17 35-16,-17 0 15,-18 0 1,0 53 0,35 17 15,18 36-15,36-35-1,17-36 1,17-35-1,-17-106 1,-18 0 0,-35 71-1,0 53 17,0 35-17,36-53-15,-1 53 16,18-18-1,0-35 1,-18 0 0,-35-18-1,53-17-15</inkml:trace>
  <inkml:trace contextRef="#ctx0" brushRef="#br0" timeOffset="901.82">10301 2946 0,'0'17'16,"0"36"-1,0 18 1,18 88 0,35 105-1,-18 36 17,-35 0-17,35-124 1,-35-140-1,0-54 32</inkml:trace>
  <inkml:trace contextRef="#ctx0" brushRef="#br0" timeOffset="2465.04">10248 4092 0,'88'-35'32,"71"0"-17,88-36 1,-35 36-1,-159 35 1,0 0 0,-71 0 62,-17 0-63,-1 35 1,-52 53 0,71-52-1,17 16-15,0 19 32,0-36-17,105-35 1,-87 0-16,35 0 15,88-17 1,-88-1-16,0-17 16,35-71-1,0-35 1,-35-53 0,-53 70-1,0-34 1,-17 16-1,-89 37 1,70 52-16,1 17 16,-18 36-1,36 18 17,17 35-17,0-18-15,0 18 16,17 53-1,71 53 1,-35 35 0,0 0-1,-53-106-15,36 53 16,-36-70 0,17-36-1,-17-88 32,0-35-31,35 53-1,1-1 17,17 54-1,0 17-16,-1 0 1,-34 18 0,17 0-1,-35-17 1,36-1 0,-36 0 155,-36-35 173</inkml:trace>
  <inkml:trace contextRef="#ctx0" brushRef="#br0" timeOffset="4130.97">13194 3775 0,'0'0'0,"0"35"15,0 18 1,0-18 0,-35 36-1,35 52 1,17-70-1,1 0 1,70-53 0,-35-18-1,-18-17-15,1-18 16,-19-88 15,-17 71-15,-70-1-1,-54 36 1,54 35 0,52 17-1,-17 36 1,35-35 0,0 17-1,0 0-15,0-17 16,106-18-1,-54 0 1,37-53 0,-36 18-1,-53-36 1,0 54 15,0-19 16,35 36-31,35 0-1,36 0 1,-35 0 0,-54 0-1,19 18 1,-36 17-1,0 1-15,0-1 16,35 71 0,36-36-1,-19-34 1,37 16 15,-54-52-15,18-35-1,-36 0 1,-52 0-16</inkml:trace>
  <inkml:trace contextRef="#ctx0" brushRef="#br0" timeOffset="5547.77">15610 3845 0,'36'0'31,"-54"0"16,-53-17-16,36 17-15,-35 0 0,-19 0-1,19 0 1,52 17 0,18 36-1,0 0 1,36 18-1,87-18 1,-52-18 0,-19-53-1,1-52 1,-17-54 0,-36 54-16,0-71 15,-18-54 16,-53 37-15,54 70 0,-18 88-1,35 17 17,17 54-17,1-1 1,52 124-1,1-53 1,0-17 0,-1-89-1,36 0 1,-88-35 0,34-52 15,-16-1-16,-36-36 1,-18 72 0,0 17-1,-17 35 17,35 53-17,18-17 1,52-36-1,19-17 1,-54-18 0,0-36-1,0-16 1</inkml:trace>
  <inkml:trace contextRef="#ctx0" brushRef="#br0" timeOffset="6263.72">16563 3722 0,'0'0'0,"-35"0"31,-89 0 0,71 35-15,18 18 0,35 35 15,18-35-16,35 0 1,52-53 0,19 0-1,-71-53 1,17-70 0,1-18-1,-71-1 1,0 72-16,0-18 15,-35-106 1,-18 105 0,35 37-1,-17 52 1,-1 17 15,36 36 0,0 18-15,18 123 0,53 0-1,-1 35 1,54-88 0,34-53-1,-87-70 1,-18-18-1,-18-88 1,-35 35-16</inkml:trace>
  <inkml:trace contextRef="#ctx0" brushRef="#br0" timeOffset="6963.13">17480 3757 0,'0'-35'32,"-35"17"-1,-36-17-15,18 35-1,0 0 1,18 0-1,0 123 1,53-52 0,52-18-1,-17-53 1,-18 0 0,18 0-1,-53-18-15,18-70 31,-18 70-15,35 89 47,18-36-48,0-35 1,-18 0-1,1 0 1,-1-35 0,-35-18-1,35-18 1,-17 19 0,17 52 30,0 35-30,-17 0-16,70 36 31,-35-71-15,-18 0 0,1 0-1,16 0-15</inkml:trace>
  <inkml:trace contextRef="#ctx0" brushRef="#br0" timeOffset="7362.55">18309 3739 0,'0'0'0,"-17"-88"31,-36 88-15,17 0 0,1 0-1,35 18 1,-18-18-16,18 53 16,0-18-16,0-17 15,0 35 1,71-18-1,35-35 1,0 0 0,-53-18-1,-18 18 1,-35-35 0,-18 35 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8T18:00:57.96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3404 1376 0,'0'0'16,"0"17"0,36-17 15,-1 0-15,-18 0-1,19 0 1,-1 0-1,-17 36 17,-18 17-17,35 0 1,-35-36-16,0 36 16,-18 0-1,1-18 1,-19-35-1,-17 0 1,18 0 0,35-17-1,-17 17 1,17-36-16,0 19 31,0-19-15</inkml:trace>
  <inkml:trace contextRef="#ctx0" brushRef="#br0" timeOffset="380.49">3440 1235 0,'0'-36'31,"88"36"0,0-35 1,-35 35-32,-35 0 31</inkml:trace>
  <inkml:trace contextRef="#ctx0" brushRef="#br0" timeOffset="1222.89">4851 1199 0,'17'0'31,"54"0"-15,-53 0-1,70-35 17,-53 88-1,-35 18-15,0-54-16,0 19 15,0 87 1,0-35-1,35 0 1,-35-70 0,0-53 15,-17-1-15</inkml:trace>
  <inkml:trace contextRef="#ctx0" brushRef="#br0" timeOffset="1432.63">4904 1429 0,'0'17'16,"17"-17"-1,36 0 1,53 0-1,-53 0 1,53-17 0,-53-19-1</inkml:trace>
  <inkml:trace contextRef="#ctx0" brushRef="#br0" timeOffset="2464.94">7144 1199 0,'-36'-17'32,"54"-18"15,35 35-16,18 70 0,-71-52-15,0 105-1,-18-17 1,-53-35 0,-17 17-1,53-88 1,35-18-1,0-35 1,18 0 15,-18 18-15,17 35 0,18 53-1,1 35 1,17-53-1,-18-17 1,18-18 0,-18 0-1,-35-35 1,0 17-16</inkml:trace>
  <inkml:trace contextRef="#ctx0" brushRef="#br0" timeOffset="3265.19">9260 1023 0,'0'35'46,"0"18"-30,-123 18 15,35-18-15,70-53-16,-17 53 16,35-18-1,17-35 1,89 18-1,-18-18 1,-17 0 0,-36 0-1,18 0 1,-70 0 31,17-53-32</inkml:trace>
  <inkml:trace contextRef="#ctx0" brushRef="#br0" timeOffset="3497.47">9349 988 0,'0'17'16,"0"142"15,0-88-15,0 105-1,0 53 1,17-158 0,19-71-1,-19 0 1</inkml:trace>
  <inkml:trace contextRef="#ctx0" brushRef="#br0" timeOffset="4180.72">11289 1129 0,'0'-18'31,"-71"-17"-15,-17 35-1,70-35 1,-52 35-1,35 35 1,-18 36 0,53-1-1,0-35 1,53-35 0,35 0-1,-53 0 1,0 0-1,54 106 17,-89-18-1,35 18-15,0-35-1,-35-36 1,0-53 31,-17-17-32</inkml:trace>
  <inkml:trace contextRef="#ctx0" brushRef="#br0" timeOffset="5097.75">12982 1288 0,'0'-18'63,"0"-70"-48,0 70 16,0 36 48,0 52-64,18 89 16,17-35 1,-35-160 15,35-17-47</inkml:trace>
  <inkml:trace contextRef="#ctx0" brushRef="#br0" timeOffset="5563.36">13406 1199 0,'0'0'0,"-89"0"31,89 18 0,18-18-15,0 18-1,35 52 1,17 1 0,-35-18-1,-35-18 1,0 18 0,-17-35-1,-19-18 1,-34 0-1,17-36 1,53 1-16,-35 0 16,35-1-16</inkml:trace>
  <inkml:trace contextRef="#ctx0" brushRef="#br0" timeOffset="5713.95">13335 1129 0,'0'0'0,"35"0"16,36 0 0,-18 0-1,-36 0-15,19 0 32</inkml:trace>
  <inkml:trace contextRef="#ctx0" brushRef="#br0" timeOffset="6413.6">14922 1288 0,'-17'0'31,"17"17"32,0 19-48,159 105 17,-54-88-1,-105-18-31,-70-123 62,-1 17-46,54 36-16</inkml:trace>
  <inkml:trace contextRef="#ctx0" brushRef="#br0" timeOffset="6614.1">14870 1164 0,'88'-35'31,"-176"70"-31,405-141 31,-229 71 1</inkml:trace>
  <inkml:trace contextRef="#ctx0" brushRef="#br0" timeOffset="7813.27">16669 935 0,'88'35'93,"-35"-35"-77,0 71 0,-18-1-1,-35 36 1,0-35 0,-18-18-1,18-18 1,0-18-1</inkml:trace>
  <inkml:trace contextRef="#ctx0" brushRef="#br0" timeOffset="8029.05">16704 1217 0,'53'0'31,"159"0"0,-107-35 0,-87 17-15</inkml:trace>
  <inkml:trace contextRef="#ctx0" brushRef="#br0" timeOffset="8728.64">18732 864 0,'0'0'15,"36"53"1,-72-18 0,-16 18-1,-37 0 1,54-35-1,35 17 17,71-35-17,-1 36 1,36-36 15,-53 0-15,0 35-1,-53-70 64</inkml:trace>
  <inkml:trace contextRef="#ctx0" brushRef="#br0" timeOffset="8994.61">18909 829 0,'35'53'47,"-17"17"-31,-18 19-1,0 52 1,0-35 0,0-53-1,0-18 1</inkml:trace>
  <inkml:trace contextRef="#ctx0" brushRef="#br0" timeOffset="10013.21">20832 1023 0,'-71'-88'31,"0"70"0,-52-17 0,88 35-15,17 0 0,-17 53-1,35 0 1,35 17 0,71-34-1,-53-36 1,0 0-1,0-18 1,-36 18 0,19 0-1,16 71 1,1 17 0,-17 18 15,-36-89-16,0 18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5-11-08T18:03:42.13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7691 3863 0,'0'18'94,"0"70"-63,0-53-15,-36 36 15,36-36-16,0-53 32,36 1-15,52 17-1,0 0 0,-35 0-15,-18 0-1,-17 35 1,-18-18 0,35 19-1,-35 17-15,0 0 16,-18-18-1,-52 18 1,35-18 0,-18-35-16,35 18 15,-17-18 1,-1-36 15,36 19-15,-17 17-16,17-71 47</inkml:trace>
  <inkml:trace contextRef="#ctx0" brushRef="#br0" timeOffset="702.23">7691 3828 0,'0'-18'62,"35"18"-46,35 0 15,89 0 0,-106 0-31,-18 0 16,36-35 0,-53 35-1,34 0 1,-34 0-1,-18 17 95</inkml:trace>
  <inkml:trace contextRef="#ctx0" brushRef="#br0" timeOffset="1623.75">8308 4463 0,'-35'0'15,"52"0"64,19 35-48,-1-17-16,18-18 1,17 35 0,18 0-1,18 71 1,0-71 0,-18 18-1,1-18 1,-37 18-1,-16-17 1,52-1-16,0-35 31,-35 35-15,0-17 0</inkml:trace>
  <inkml:trace contextRef="#ctx0" brushRef="#br0" timeOffset="2202.84">9596 5115 0,'0'36'16,"17"-36"15,71 35 1,-17-35-1,-1 0 0,-70 17 0,36 36-15,-36 18 0,0-18-1,0 35 1,0 53-1,0-88 1,0 0 0,0 0-1,0-35 1,-36-18 46</inkml:trace>
  <inkml:trace contextRef="#ctx0" brushRef="#br0" timeOffset="2626.53">9701 5609 0,'18'0'31,"35"0"-15,35 0 0,-17 0-1,-36-35-15,0 35 16,18 0-1,0-18 1,-35 18 15</inkml:trace>
  <inkml:trace contextRef="#ctx0" brushRef="#br0" timeOffset="3981.06">7444 4604 0,'-18'0'47,"-53"17"-16,71 19-15,-88-19-1,0 89 1,35-53 15,-53 53-15,0 0 0,18-18-1,71-70-15,-54 52 16,36-17-1,-18 0 1,35-18 0,18-17 15,-35-18-15,35 35 15</inkml:trace>
  <inkml:trace contextRef="#ctx0" brushRef="#br0" timeOffset="4790.45">6421 5768 0,'-36'0'15,"54"-71"17,17 54-1,-17 17-15,17 0-1,-17 0 1,17 0-1,-35 106 1,0-54 0,-71 37-1,1 16 1,-54-16 0,89-54-1,0-35 1,0-53-1,35-35 1,17 70 0,1-17-1,17 0 17,0 35-17,1 35 1,34 53-1,-17 18 1,18-71 0,-1 1-1,18-36 1,-70 0 0,35 0-1,-18 0 1,1-18-1,-1 0 1</inkml:trace>
  <inkml:trace contextRef="#ctx0" brushRef="#br0" timeOffset="6365.42">6650 6597 0,'0'-18'47,"17"18"-16,19 0-16,70 36 17,-71-36-17,-17 52-15,34-16 16,107 70 0,-18-1-1,-17 1 1,-54-70-16,36 34 15,-18 1 1,-70-18 0,35-1-1,-18-16 17,-52-36 30</inkml:trace>
  <inkml:trace contextRef="#ctx0" brushRef="#br0" timeOffset="6899.8">7990 7302 0,'-17'53'31,"-1"0"-15,-17 0 0,-18 18-1,-18-18 1,18 17 0,18-17-1,35-35 1,0 17-1,18-35 1,17 0 0,53 35-1,-35-35 17,-18 0-17,18 0-15,-35 0 16,-18 18-1</inkml:trace>
  <inkml:trace contextRef="#ctx0" brushRef="#br0" timeOffset="7502.69">8008 7479 0,'0'18'78,"0"34"-62,0 54-1,0 35 1,0-17 0,0-36-1,0-35-15,0-18 16,0-17-16,0 52 15,0-52 1,0 17 15,0-52 188</inkml:trace>
  <inkml:trace contextRef="#ctx0" brushRef="#br0" timeOffset="9031.25">10601 5786 0,'0'35'140,"35"-35"-124,-35 17 0,36 19-1,-19-19 1,18 19 0,1 17-1,17-18 1,0 0-16,-1 36 15,-16-18 1,17 17 0,0-17-1,-1-18-15,-52 1 16,71 34 15,0-17-15,-36-18-1,18 18 1,-18-17 0,0-19-1,-35 18 1,18 1 0,-18-54 93</inkml:trace>
  <inkml:trace contextRef="#ctx0" brushRef="#br0" timeOffset="9958.21">11765 7461 0,'0'-17'31,"0"-36"-31,-88 35 31,35-17-15,0-1-1,-17 36 1,17 18 0,17 17-1,36 18 1,0 36 0,0-72-16,0 18 15,36-35-15,17 0 16,35-17-1,-35-1 1,-18-35 0,18 18-16,-36 35 15,19 0 1,-1 71 0,-35 34 15,0-16-16,0 52-15,0-53 16,0-35 0,-18 0-1,18-71 48,0 0-48</inkml:trace>
  <inkml:trace contextRef="#ctx0" brushRef="#br0" timeOffset="10954.16">12047 8308 0,'18'0'78,"0"53"-62,35 0 0,52 35-1,-34 0 1,-1 0-1,19 1 1,69 34 0,-34-35-1,-18 0 1,-18 1 0,53 34-1,-35 1 16,-71-72-15,-17-16 0,-36-54 77</inkml:trace>
  <inkml:trace contextRef="#ctx0" brushRef="#br0" timeOffset="11643.92">13335 10054 0,'18'-106'47,"17"71"-32,-35 17-15,0-52 16,0 17 0,0 18-1,35 35 63,-35 53-62,18 141 15,-18-18 1,0-88-1,0-105 31,17-36-62</inkml:trace>
  <inkml:trace contextRef="#ctx0" brushRef="#br0" timeOffset="12127.7">13811 9666 0,'-17'0'16,"34"0"-16,-70 35 47,36 1-32,17-19 1,0 19 0,0-1-1,53-18 1,0 19-1,-18-19 1,0 19 0,-35-1-1,0-17-15,-18 52 32,-17-52-17,18-18 16,-36 0-15,53-71 0,0 18-16</inkml:trace>
  <inkml:trace contextRef="#ctx0" brushRef="#br0" timeOffset="12526.54">13794 9560 0,'17'0'16,"1"0"15,-18-35-31,53 35 31,0 0-15,-18 0-1,-35-18-15,18 18 16,17 0 0,-35-35 77</inkml:trace>
  <inkml:trace contextRef="#ctx0" brushRef="#br0" timeOffset="17057.46">8043 8572 0,'0'-35'31,"0"18"266,18 17-156,17 0-94,-17 0-32,-18 35 1,35 0 0,0 0-1,18 54 1,18-19 0,-1 36-1,1-18 1,17 71-1,-17-71 1,17 0 15,-17-17-15,-1-18 0,-35-53-16,18 70 15,0-17 1,-53-17-1,35-36 1,-52 0 47,17 35-63</inkml:trace>
  <inkml:trace contextRef="#ctx0" brushRef="#br0" timeOffset="18107.11">9278 10019 0,'-18'0'16,"-35"0"-1,-17 0 1,-18 0 0,17 0-1,36 0 1,0 0 0,17 0-1,18 18 32,-35 34-16,35 1-15,0 0 0,0-35-1,0 17 1,35-35 15,18 0-15,-18-17-1,18 17 1,0 0 0,18 0-1,-19 0 1,-16 0-1,-1 35 1,0 0 0,-35 36 15,0-18-15,0-1-1,-17 1 1,-36-17-1,17 34-15,-52-70 16,18 18 0,34-18-1,19 0 1,-18 0 15,35-35-15</inkml:trace>
  <inkml:trace contextRef="#ctx0" brushRef="#br0" timeOffset="26142.43">9719 6015 0,'0'-18'16,"35"18"0,-35-35 15,-17 35 188,-1 18-204,18-1 16,-35 18-15,-1 1 0,36-1-1,-35 71 1,18-18 0,-19 0-1,1 0 1,0-17-1,-1 17 1,1-35-16,18 35 16,-19 18-1,1-53 1,35 0 0,-53-18-1,18 18-15,17 18 31,18-18-15,-70 35 0,70-53-1,-36 0 1,54-35 78</inkml:trace>
  <inkml:trace contextRef="#ctx0" brushRef="#br0" timeOffset="26652.58">9119 7479 0,'-35'0'32,"53"0"-1,123 0 0,-35 0 0,-53 53-15,-53 17 0,0 1-1,0 35 1,0 35 0,0-71-1,0-17 1,0-17-1,0-19-15,0 54 32</inkml:trace>
  <inkml:trace contextRef="#ctx0" brushRef="#br0" timeOffset="27280.23">9207 7937 0,'53'-17'62,"71"17"-31,70-35 1,-106 35-1,-88 17 219,-18-70-172</inkml:trace>
  <inkml:trace contextRef="#ctx0" brushRef="#br0" timeOffset="31423.01">7673 8326 0,'-18'0'125,"-17"35"-93,35 18-17,-53 17 1,0 18-1,-17 1 1,-19 87 15,1-35-15,18 36 0,17-36-1,-71 123 1,71-158-1,18-88 1,35 17 0</inkml:trace>
  <inkml:trace contextRef="#ctx0" brushRef="#br0" timeOffset="32131.92">6826 10089 0,'0'0'0,"-17"18"46,-19 53-30,1-1 0,0 1-1,17-36 1,18 0 0,0-17-1,53-18 1,0 0-1,18 0 1,-19 0 0,19 0-1,-18 0 1,-18 0 0,0 0 15,-17 0-16,-18 35 17</inkml:trace>
  <inkml:trace contextRef="#ctx0" brushRef="#br0" timeOffset="32382.28">7126 10072 0,'0'35'63,"0"141"-32,0-105-16,0 70 1,0 53 0,0-141-1</inkml:trace>
  <inkml:trace contextRef="#ctx0" brushRef="#br0" timeOffset="37269.07">11606 8625 0,'0'0'16,"18"0"15,-18-35-15,0 53 93,0 17-93,-71 36 15,-87 123 0,-1 70 1,88-105-17,1-71 1,35 0-1,-1-52 1,-34 52 0,34-53-1,36 0 63,0-17-46,18-18-32</inkml:trace>
  <inkml:trace contextRef="#ctx0" brushRef="#br0" timeOffset="38242.64">11165 10019 0,'0'-18'31,"0"-17"16,-17 17-15,-1 18-17,-52-35 1,17 35-1,0 0 1,0 18 0,18 17-16,-36 36 15,53-19 1,18 1 0,0-17-1,106 34 1,-18-70-1,1 0 1,-19 0 0,-52-53-16,35 0 31,-18 18 0,0 35-15,-17 71-1,17 17 1,0 35 0,1-35-1,-36-17 1,0-36 0</inkml:trace>
  <inkml:trace contextRef="#ctx0" brushRef="#br0" timeOffset="42526.28">3298 3969 0,'-35'0'31,"35"17"16,18 19-31,-18-1 0,17-17-1,36-18-15,-17 35 31,17-35-15,-18 0 0,0-35-1,0-18 1,1 17 0,-36-17-1,-18 1 1,-17 16-1,-53 36 1,17 0 0,18 88-1,0 1 1</inkml:trace>
  <inkml:trace contextRef="#ctx0" brushRef="#br0" timeOffset="43183.52">3440 5768 0,'0'70'94,"0"107"-63,0-124-15,0 70-1</inkml:trace>
  <inkml:trace contextRef="#ctx0" brushRef="#br0" timeOffset="44209.29">3616 7514 0,'0'18'31,"18"-18"16,35 0-31,-1 0 0,-34 0-1,17 35 1,-35 0-1,-17 18 1,17-17 0,-18 16-1,18 1 1,0-17-16,0-1 31,0-17-15,35-18 15,1 35-15,-1-35-16,18 0 15,-36 35 1,19-35 15</inkml:trace>
  <inkml:trace contextRef="#ctx0" brushRef="#br0" timeOffset="45829.91">3651 10248 0,'0'-17'47,"18"17"-16,70 0 0,-53 0-15,-17 0-1,17 35 1,-35 18 0,-53 17-1,0-34 1,18-1 0,0-35-16,70 0 93,36 0-77,-18 0 0,17 35-1,-35 71 1,-35 0-1,-17-36 1,-36-34 0,0-19-1,18-17 1,-18 0-16</inkml:trace>
  <inkml:trace contextRef="#ctx0" brushRef="#br0" timeOffset="53154.4">23230 3316 0,'-35'0'32,"0"0"46,0 18-63,35 52 1,-36-34 0,36-1-1,18-35 48,0 0-48,87 0 1,-52 35 0,-17 0-1,34 1 1,-35-1 15,-35-17-15,0 17-1,-52 18 1,52-36-16,-89-17 16,54 36-1,-18-36 1,0 0 0,18 0-1,17 0 1,-17 0 15,35-18-15,0 0 15</inkml:trace>
  <inkml:trace contextRef="#ctx0" brushRef="#br0" timeOffset="53849.1">23195 3281 0,'53'0'125,"0"0"-109,-18 0-1,36 0 1,-18 0-1,-36 0 1,36 0-16,-17 0 16,-36-35-1,0 52 63</inkml:trace>
  <inkml:trace contextRef="#ctx0" brushRef="#br0" timeOffset="54841.06">23636 3933 0,'0'-35'62,"0"0"-46,18 53 125,-18 70-126,0-53 1,0 53-1,0-70 1,0 35 0,0-18-1,0-17 17,17-36 14</inkml:trace>
  <inkml:trace contextRef="#ctx0" brushRef="#br0" timeOffset="55776.14">23954 4039 0,'35'18'78,"35"70"-31,-34-70-32,105 52 1,-124-70-1,54 36 1,-18-1 0,17-17-1,-17 17 1,-17 18-16,17 0 16,0 0-1,-1-18 1,1 0-1,0-17 1,-17 17 0,-1-35-1,0 35 1,-17-17 0,17 17 15,-17 0 0,17-35 16</inkml:trace>
  <inkml:trace contextRef="#ctx0" brushRef="#br0" timeOffset="56384.37">25277 5009 0,'-36'0'31,"54"0"-15,52-17 15,-17 17 0,18 0 1,-53 88-1,17-17 0,-35-19-15,0 1-1,0 18 1,0 17 0,0-35-1,0-18 1</inkml:trace>
  <inkml:trace contextRef="#ctx0" brushRef="#br0" timeOffset="56635.42">25347 5239 0,'0'0'0,"35"0"47,106 0-31,-17 0-1,-106 0 1,34 0 0,-16 0-16</inkml:trace>
  <inkml:trace contextRef="#ctx0" brushRef="#br0" timeOffset="57302.06">25964 5592 0,'0'0'15,"0"-89"17,0 54-17,0 53 63,0 17-62,0 0 0,0 53-1,0-52 1,0 17-1,0-18 1,0-17 31,-17-18 94</inkml:trace>
  <inkml:trace contextRef="#ctx0" brushRef="#br0" timeOffset="58620.74">22860 4022 0,'-18'0'31,"-17"0"0,0 17-15,0 36 0,-36 0-1,0 0 1,-52 71-1,-36-1 1,142-88 0,-89 71-1,-53 35 1,71-70 15,-106 123-15,158-141 15,-34 17-15,70-52-1,-35 17 1,35 0 15,-36-17-15,19-18 31</inkml:trace>
  <inkml:trace contextRef="#ctx0" brushRef="#br0" timeOffset="59400.86">21325 5521 0,'0'0'0,"53"0"15,36-35 16,-72 52 16,-17 36-15,-88 53-1,35-18-16,-18-17 1,19-54 0,16-17-1,1-35 17,35-18-17,18 53 1,-18-17 15,35 17-31,0 0 31,18 17-15,0 1 0,0 17-1,0 0-15,-18-35 16,0 0-1,-17 0 17</inkml:trace>
  <inkml:trace contextRef="#ctx0" brushRef="#br0" timeOffset="60066.32">21731 5874 0,'0'106'110,"0"-89"-95,0 36 17,0-18-1</inkml:trace>
  <inkml:trace contextRef="#ctx0" brushRef="#br0" timeOffset="61782.8">21625 6332 0,'36'18'141,"16"0"-126,-16 17 1,17 53-1,52-17 1,1 17 15,0-18-15,-35 1 0,-1-18-1,18 53 1,-17-53-1,-18 17 1,17-17 0,-17 18-1,0-18 1,-35-36 0,-18 18-1,35-35 1,-35 18-1,18-18 1</inkml:trace>
  <inkml:trace contextRef="#ctx0" brushRef="#br0" timeOffset="62382.07">22895 7497 0,'-88'35'15,"70"0"1,-34 36 0,-1-1-1,0-35 1,35 1 0,18-1-1,53 0 32,70-35-16,-105 18-15,35-18 0,-18 0-1,-17 0 1,17 0-1</inkml:trace>
  <inkml:trace contextRef="#ctx0" brushRef="#br0" timeOffset="62665.05">22931 7567 0,'17'88'62,"-17"-17"-46,0 52-1,35 18 1,-35 1 0,0-107-1,0-18 1</inkml:trace>
  <inkml:trace contextRef="#ctx0" brushRef="#br0" timeOffset="63142.72">23319 8273 0,'0'35'78,"0"0"-62,0 71 15,0-88-15,17 17-1,-17-70 48</inkml:trace>
  <inkml:trace contextRef="#ctx0" brushRef="#br0" timeOffset="64957.63">25929 5927 0,'35'53'94,"1"17"-79,34 1 1,36 70-1,-71-88-15,1-18 16,105 141 0,-71-17 15,19-18-15,-19 36-1,36 70 1,-71-159-1,0-35 1,18-18 0,-17-35-1</inkml:trace>
  <inkml:trace contextRef="#ctx0" brushRef="#br0" timeOffset="65569.53">27023 7973 0,'0'0'0,"0"-106"31,-18-18 0,-88 54 1,18 70-1,70 35 0,18 18-15,0-18-16,0 1 15,36 34 1,17-70 0,0 35-1,-36-35 1,18 0 0,-17 0-1,17 18 16,-35 53-15,0-54-16,36 54 16,-36-36-1,0 0 32,17-35-31</inkml:trace>
  <inkml:trace contextRef="#ctx0" brushRef="#br0" timeOffset="66113.14">27393 7937 0,'0'0'31,"0"-35"-15,0 70 62,0 1-63,35 87 17,-35-35-1,0-105 47</inkml:trace>
  <inkml:trace contextRef="#ctx0" brushRef="#br0" timeOffset="67596.23">27428 8520 0,'18'0'78,"0"0"-62,88 123 15,-36-70-15,36 53-1,0 17 1,17 18 0,-17 0-1,-35-35 1,-18-53 0,17 18-1,-17-1 1,-35-34-1,17-36 1,-35 17 0</inkml:trace>
  <inkml:trace contextRef="#ctx0" brushRef="#br0" timeOffset="68462.56">28381 10037 0,'0'0'16,"-35"0"15,35-71 1,0 36-17,0-36 1,0 36-1,17 88 95,-17 35-95,0 53 1,36-70 0,-36-36-1,0 0 1,17-35 15,19-35-15,-36 0-16</inkml:trace>
  <inkml:trace contextRef="#ctx0" brushRef="#br0" timeOffset="68862.53">28751 9895 0,'-53'36'31,"53"-1"0,18 53-15,35-70 0,-18 17-1,18 0 1,0-17-1,-35-18-15,-18 35 32,0 1-17,0-1 1,-88 0 0,52-35 15,19-35 0,17-18-31</inkml:trace>
  <inkml:trace contextRef="#ctx0" brushRef="#br0" timeOffset="69128">28822 9842 0,'0'-35'31,"53"0"0,-18 35 0,0 0-15,-17 0 0</inkml:trace>
  <inkml:trace contextRef="#ctx0" brushRef="#br0" timeOffset="69594.33">29298 10283 0,'0'-88'32,"0"176"-32,0-193 15,0 158 48,0-1-48,0 37 1,0-72 0</inkml:trace>
  <inkml:trace contextRef="#ctx0" brushRef="#br0" timeOffset="72891.14">23724 3986 0,'-70'89'31,"17"-19"0,-18 1 1,54-54-1,17 19 0</inkml:trace>
  <inkml:trace contextRef="#ctx0" brushRef="#br0" timeOffset="73875.78">23724 3351 0,'0'-17'94,"53"17"-47,0-36-32,0 36 17,-53 36-1,-18-19 0,-17 36-31,-53 35 31,88-70-15,0 17 0,18-35 30,52 0-30,-35 0 0,36 0-1</inkml:trace>
  <inkml:trace contextRef="#ctx0" brushRef="#br0" timeOffset="75559.47">26264 5450 0,'-35'18'16,"0"17"15,-18 18-15,-18 18 0,-70 17-1,35-17 1,53-36-1,18 18 1,35-36 0,18-17 15,35 0-15,0-35-1</inkml:trace>
  <inkml:trace contextRef="#ctx0" brushRef="#br0" timeOffset="76299.45">26476 5539 0,'0'0'0,"35"0"47,53 0-31,-52 0-1,-36 35 1,0-17 0,0 34-1,0 1-15,-18-53 16,-17 89 0,0-54-1,35-18 16,35 19 16,18-36-31,0 0 0,-18 0-1,-35 17 1</inkml:trace>
  <inkml:trace contextRef="#ctx0" brushRef="#br0" timeOffset="78356.99">23513 8237 0,'-18'0'94,"-17"18"-79,-71 88 1,0-36 0,0 71-1,106-88 1,-53 0 0,71-53 30,17-17-46</inkml:trace>
  <inkml:trace contextRef="#ctx0" brushRef="#br0" timeOffset="79022.66">23689 8308 0,'-18'0'16,"36"0"-16,0 0 47,17 0-32,-17 0-15,17 0 32,-35 35-17,0 18 1,-35 0 0,-18-18-16,53 1 15,-18-36-15,18 35 16,0 0-1,53-35 32,0 0-15,-18 0-17,0 0 1,-70 0 46</inkml:trace>
  <inkml:trace contextRef="#ctx0" brushRef="#br0" timeOffset="81204.58">27552 7937 0,'-18'0'16,"18"36"15,-17-19-15,-19 36-1,1 36 1,-18-37 0,0 19-1,36-53 1,52-54 46</inkml:trace>
  <inkml:trace contextRef="#ctx0" brushRef="#br0" timeOffset="81830.46">27869 7849 0,'0'0'16,"36"-17"31,-1 17-31,-17 0-16,17 0 31,-35 53-16,0 17 1,-18-35 0,-17 71-1,35-88 32,0 17-31,35-35-16,-17 0 15,123 0 1,-53 0 0,-70 0-1</inkml:trace>
  <inkml:trace contextRef="#ctx0" brushRef="#br0" timeOffset="96834.75">26352 5433 0,'-17'35'31,"-18"18"-15,-1 0 30</inkml:trace>
  <inkml:trace contextRef="#ctx0" brushRef="#br0" timeOffset="97050.74">26247 5750 0,'0'0'0,"0"53"16,35-35 15,-35 17 0,35 18 1</inkml:trace>
  <inkml:trace contextRef="#ctx0" brushRef="#br0" timeOffset="97212.38">26405 6032 0,'0'0'0,"18"18"31,17-18-15,-17 0-1,17 0 1,1 0-1</inkml:trace>
  <inkml:trace contextRef="#ctx0" brushRef="#br0" timeOffset="97395.62">26688 6085 0,'35'0'15,"-17"0"16,17-17 1,0 17-17</inkml:trace>
  <inkml:trace contextRef="#ctx0" brushRef="#br0" timeOffset="97545.66">26864 6050 0,'0'0'0,"18"0"15,-18-35 1,35 0 0,0 17 15</inkml:trace>
  <inkml:trace contextRef="#ctx0" brushRef="#br0" timeOffset="97695.75">26970 5838 0,'0'0'0,"0"-17"47,35-18-31</inkml:trace>
  <inkml:trace contextRef="#ctx0" brushRef="#br0" timeOffset="97861.96">27005 5662 0,'0'0'16,"-18"-35"15,18 0-15,0 17 15,-17-17-15</inkml:trace>
  <inkml:trace contextRef="#ctx0" brushRef="#br0" timeOffset="98045.35">26882 5450 0,'-36'-17'32,"19"17"-1,-54 0-15</inkml:trace>
  <inkml:trace contextRef="#ctx0" brushRef="#br0" timeOffset="98245.09">26582 5362 0,'-35'0'31,"17"0"0,-17 18-15</inkml:trace>
  <inkml:trace contextRef="#ctx0" brushRef="#br0" timeOffset="98411.98">26352 5486 0,'0'0'16,"0"35"15</inkml:trace>
  <inkml:trace contextRef="#ctx0" brushRef="#br0" timeOffset="98849">28275 7691 0,'0'0'0</inkml:trace>
  <inkml:trace contextRef="#ctx0" brushRef="#br0" timeOffset="98961.7">27711 7426 0,'0'0'0,"-36"18"15</inkml:trace>
  <inkml:trace contextRef="#ctx0" brushRef="#br0" timeOffset="99061.3">27640 7585 0,'0'0'0,"-35"53"16,0-18 0,35 0-1</inkml:trace>
  <inkml:trace contextRef="#ctx0" brushRef="#br0" timeOffset="99394.42">27640 7726 0,'0'35'15,"0"-17"1,0 35-1,0 35 1,0-35 0,0 0-1</inkml:trace>
  <inkml:trace contextRef="#ctx0" brushRef="#br0" timeOffset="99527.96">27675 8184 0,'0'0'15,"36"36"1,-1-19 0,18 124-1,-53-105 1</inkml:trace>
  <inkml:trace contextRef="#ctx0" brushRef="#br0" timeOffset="99715.46">27993 8431 0,'88'18'32,"0"-18"-1,-70 0-16</inkml:trace>
  <inkml:trace contextRef="#ctx0" brushRef="#br0" timeOffset="99894.98">28363 8378 0,'36'0'16,"-19"-35"15,-17 18-15,36-19-1,-36 1 1</inkml:trace>
  <inkml:trace contextRef="#ctx0" brushRef="#br0" timeOffset="100061.08">28469 8043 0,'0'0'15,"0"-53"17,0 36-32</inkml:trace>
  <inkml:trace contextRef="#ctx0" brushRef="#br0" timeOffset="100210.78">28399 7849 0,'0'-17'16,"0"34"-16,0-70 31,-36 18-15</inkml:trace>
  <inkml:trace contextRef="#ctx0" brushRef="#br0" timeOffset="100461.36">28134 7585 0,'-35'-36'31,"-1"36"-15,19 0 15,-18 0-15,35 18-16,-18-18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A6E09-EA52-B7C5-9AA5-2C44C469B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FD7071-A59C-4E79-157E-371EF0FCF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F56DD5-9B9D-7869-2A4A-ED54BF68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D575A1-6FA5-8A2A-64BD-777C13D0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B59690-7A16-F321-0D77-177EE2BC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515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9D76D-BF12-2E49-AE79-DB30AF9F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C81B27-D911-D491-DBA8-6A33690F8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9FF91C-59FD-566E-75CC-5AF517BC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CFF79-4FED-8A5C-978A-5A073BD5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38C443-5B05-E73E-2122-3F021A37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45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33673-EE51-2179-FF33-090A8461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D3C552-4768-C611-70E3-687260A73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24728C-8995-94F3-6EA1-FF53886B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75F0D5-65B0-23A0-7B36-662126E8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3241D2-650E-A5C2-6F9B-8C2F69E2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20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7D3E4-FE41-1A4E-C75F-CFA050A6A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3BF4BB-0624-8034-F2CD-D4554E8B4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7EF1D6-3397-478F-A31B-EA8D21581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984112-7668-DF5C-377D-B0F86C68C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961D83-5AAB-3A16-7375-E51FEFA9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423140-2DD2-A4AE-AC71-2F0B89B3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10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EF768-8B9B-196F-ECB6-906453EF5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3D8FDA-E512-3BBF-B960-45A50E4AF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4F441A-0137-1164-B245-116A6C040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A0DF78-207B-EF63-FBBB-F9FA774A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58EE218-19BA-D32F-3A66-404F5D3A2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A7E2A14-9AAE-9AE9-005C-04E09511C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952EC86-D324-171E-4BC1-CCA76C5E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DE2E6F9-4DF4-9DF2-C1FA-1AE08DA10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781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0F50C-9D9E-C81B-6927-1CF45850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0021DB-C4C9-0966-B9FF-E01552BB4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5ABB127-62C0-92BF-79F0-E53AC8EB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735AFF-9A29-AF26-8852-363149F7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45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B30327-975A-BF6F-02A2-976559DF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E0B01D-F6A1-184F-E725-86FBE9D4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F4625C-1FA4-75DE-046C-8168A12D4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024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15970-12C8-918B-A526-72BFA24B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4D0394-DDAF-4DCC-7FA6-6CF7863C5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BF5A5F-703A-98F1-AF52-DFFAD9716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8C112B-D64D-2078-52AB-FA254F996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E7F912-F39C-884D-9D7E-D14D97E5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A95056-B97C-0A53-BBBB-F9CA96F7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836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4D1A9-8A9C-4A91-B803-D61B291A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8BAEA3-90C8-777E-E235-F402DE73A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AF9AF7-A40B-0E13-DE07-11486AB9B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3B346A-5CE5-F3A8-3329-93293BA3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3D0D3C-A5BF-4D5B-5526-6D309082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3379E3-1EDF-1A39-AE76-0E7EB1A3A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79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3AE87-C638-9CF7-B53A-09FBB974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1EB0F4-9392-4708-1F0C-7317C08F0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A109E1-F43C-13AE-EC54-4D87DCB6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561F34-67D0-C389-3C6B-DC9C94DD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5EB0-C1E3-1A42-5857-0A995BEB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A5BC0D-42F0-C9CA-A4CC-FAADBD96A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A0C791-1880-6F9E-62E2-A5A83C764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162643-5011-DE6D-835F-210CD410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499798-F607-DA0E-768D-AED47488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1299B3-6B9C-BAC7-D7B3-4B2FBC25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98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169E08-25A7-8244-66C0-B7709962A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14D957-1C6E-38A6-67BB-21A85374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2E04EF-C574-2566-7DBD-D48A98011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8E19A-3F71-47A4-898A-C98EC9509D27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F8B0DB-4ED4-8601-880D-FEC092B02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C545E9-B8D9-901D-C3FB-022671DD3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9F05C-5643-4480-B2AC-C73CA9C9E1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16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CA2F434-D071-89CA-06AB-0E8955D86CF1}"/>
                  </a:ext>
                </a:extLst>
              </p14:cNvPr>
              <p14:cNvContentPartPr/>
              <p14:nvPr/>
            </p14:nvContentPartPr>
            <p14:xfrm>
              <a:off x="1085760" y="76320"/>
              <a:ext cx="7982280" cy="544212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CA2F434-D071-89CA-06AB-0E8955D86C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6400" y="66960"/>
                <a:ext cx="8001000" cy="546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3025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E1B3DF1-D31D-34A1-29AD-AC28AC57C8A7}"/>
                  </a:ext>
                </a:extLst>
              </p14:cNvPr>
              <p14:cNvContentPartPr/>
              <p14:nvPr/>
            </p14:nvContentPartPr>
            <p14:xfrm>
              <a:off x="3238560" y="1060560"/>
              <a:ext cx="3429360" cy="5400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E1B3DF1-D31D-34A1-29AD-AC28AC57C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9200" y="1051200"/>
                <a:ext cx="3448080" cy="55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2025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A1AF26D-E6C1-0BB8-D56F-054C53025F3C}"/>
              </a:ext>
            </a:extLst>
          </p:cNvPr>
          <p:cNvSpPr txBox="1"/>
          <p:nvPr/>
        </p:nvSpPr>
        <p:spPr>
          <a:xfrm>
            <a:off x="0" y="1593882"/>
            <a:ext cx="4067503" cy="1835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insere (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i) {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estaVazia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raiz = new No(i);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insereRec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(raiz, i);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4D5839-A0D9-8E2A-F7C6-360A13599640}"/>
              </a:ext>
            </a:extLst>
          </p:cNvPr>
          <p:cNvSpPr txBox="1"/>
          <p:nvPr/>
        </p:nvSpPr>
        <p:spPr>
          <a:xfrm>
            <a:off x="4172607" y="880222"/>
            <a:ext cx="8019393" cy="5605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insereRec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(No atual,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i) {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(i ==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atual.getInfo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atual.setOcorrencias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atual.getOcorrencias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() + 1);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(i &gt;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atual.getInfo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atual.getDireita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==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No novo = new No(i);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atual.setDireita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(novo);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}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insereRec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atual.getDireita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(), i);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atual.getEsquerda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==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No novo = new No(i);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atual.setEsquerda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(novo);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}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insereRec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atual.getEsquerda</a:t>
            </a: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(), i);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lnSpc>
                <a:spcPts val="1425"/>
              </a:lnSpc>
              <a:spcAft>
                <a:spcPts val="600"/>
              </a:spcAft>
              <a:buNone/>
            </a:pPr>
            <a:r>
              <a:rPr lang="pt-BR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6162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2C29875-FA0C-8DD3-C262-22E7FD957988}"/>
                  </a:ext>
                </a:extLst>
              </p14:cNvPr>
              <p14:cNvContentPartPr/>
              <p14:nvPr/>
            </p14:nvContentPartPr>
            <p14:xfrm>
              <a:off x="1225440" y="298440"/>
              <a:ext cx="6325200" cy="3178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2C29875-FA0C-8DD3-C262-22E7FD9579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6080" y="289080"/>
                <a:ext cx="63439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FE25842E-FB85-47D4-9BE6-86B2A5402364}"/>
                  </a:ext>
                </a:extLst>
              </p14:cNvPr>
              <p14:cNvContentPartPr/>
              <p14:nvPr/>
            </p14:nvContentPartPr>
            <p14:xfrm>
              <a:off x="1174680" y="1168560"/>
              <a:ext cx="9372960" cy="27306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FE25842E-FB85-47D4-9BE6-86B2A54023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5320" y="1159200"/>
                <a:ext cx="9391680" cy="27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20657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167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Andreia Machion</dc:creator>
  <cp:lastModifiedBy>Andreia Machion</cp:lastModifiedBy>
  <cp:revision>1</cp:revision>
  <dcterms:created xsi:type="dcterms:W3CDTF">2025-11-08T15:39:45Z</dcterms:created>
  <dcterms:modified xsi:type="dcterms:W3CDTF">2025-11-08T18:39:40Z</dcterms:modified>
</cp:coreProperties>
</file>